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3" autoAdjust="0"/>
    <p:restoredTop sz="94622" autoAdjust="0"/>
  </p:normalViewPr>
  <p:slideViewPr>
    <p:cSldViewPr>
      <p:cViewPr varScale="1">
        <p:scale>
          <a:sx n="60" d="100"/>
          <a:sy n="60" d="100"/>
        </p:scale>
        <p:origin x="235"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M . BALAJI – VTU26121 – 23UECS0795</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99D8995-7053-808D-A868-3F9B5E5EAC9D}"/>
              </a:ext>
            </a:extLst>
          </p:cNvPr>
          <p:cNvPicPr>
            <a:picLocks noChangeAspect="1"/>
          </p:cNvPicPr>
          <p:nvPr/>
        </p:nvPicPr>
        <p:blipFill>
          <a:blip r:embed="rId3"/>
          <a:stretch>
            <a:fillRect/>
          </a:stretch>
        </p:blipFill>
        <p:spPr>
          <a:xfrm>
            <a:off x="2286000" y="1769090"/>
            <a:ext cx="14297583" cy="748921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2C0757E-AD8C-C6B1-C759-63C55D001DC6}"/>
              </a:ext>
            </a:extLst>
          </p:cNvPr>
          <p:cNvPicPr>
            <a:picLocks noChangeAspect="1"/>
          </p:cNvPicPr>
          <p:nvPr/>
        </p:nvPicPr>
        <p:blipFill>
          <a:blip r:embed="rId3"/>
          <a:stretch>
            <a:fillRect/>
          </a:stretch>
        </p:blipFill>
        <p:spPr>
          <a:xfrm>
            <a:off x="1865885" y="2523945"/>
            <a:ext cx="7049516" cy="6239559"/>
          </a:xfrm>
          <a:prstGeom prst="rect">
            <a:avLst/>
          </a:prstGeom>
        </p:spPr>
      </p:pic>
      <p:pic>
        <p:nvPicPr>
          <p:cNvPr id="6" name="Picture 5">
            <a:extLst>
              <a:ext uri="{FF2B5EF4-FFF2-40B4-BE49-F238E27FC236}">
                <a16:creationId xmlns:a16="http://schemas.microsoft.com/office/drawing/2014/main" id="{4D829F9B-8923-38E8-C209-DE45146F9E1D}"/>
              </a:ext>
            </a:extLst>
          </p:cNvPr>
          <p:cNvPicPr>
            <a:picLocks noChangeAspect="1"/>
          </p:cNvPicPr>
          <p:nvPr/>
        </p:nvPicPr>
        <p:blipFill>
          <a:blip r:embed="rId4"/>
          <a:stretch>
            <a:fillRect/>
          </a:stretch>
        </p:blipFill>
        <p:spPr>
          <a:xfrm>
            <a:off x="9041575" y="2475171"/>
            <a:ext cx="8268684" cy="6288334"/>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0D28F54-0F1E-A385-3922-724AAA8BC1CE}"/>
              </a:ext>
            </a:extLst>
          </p:cNvPr>
          <p:cNvPicPr>
            <a:picLocks noChangeAspect="1"/>
          </p:cNvPicPr>
          <p:nvPr/>
        </p:nvPicPr>
        <p:blipFill>
          <a:blip r:embed="rId3"/>
          <a:stretch>
            <a:fillRect/>
          </a:stretch>
        </p:blipFill>
        <p:spPr>
          <a:xfrm>
            <a:off x="1878757" y="1695376"/>
            <a:ext cx="7316221" cy="7562924"/>
          </a:xfrm>
          <a:prstGeom prst="rect">
            <a:avLst/>
          </a:prstGeom>
        </p:spPr>
      </p:pic>
      <p:pic>
        <p:nvPicPr>
          <p:cNvPr id="38" name="Picture 37">
            <a:extLst>
              <a:ext uri="{FF2B5EF4-FFF2-40B4-BE49-F238E27FC236}">
                <a16:creationId xmlns:a16="http://schemas.microsoft.com/office/drawing/2014/main" id="{496A26A3-DE35-5F61-8DD9-2C928EA30E7B}"/>
              </a:ext>
            </a:extLst>
          </p:cNvPr>
          <p:cNvPicPr>
            <a:picLocks noChangeAspect="1"/>
          </p:cNvPicPr>
          <p:nvPr/>
        </p:nvPicPr>
        <p:blipFill>
          <a:blip r:embed="rId4"/>
          <a:stretch>
            <a:fillRect/>
          </a:stretch>
        </p:blipFill>
        <p:spPr>
          <a:xfrm>
            <a:off x="9587836" y="1729573"/>
            <a:ext cx="7101085" cy="7528727"/>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3"/>
          <a:stretch>
            <a:fillRect/>
          </a:stretch>
        </p:blipFill>
        <p:spPr>
          <a:xfrm>
            <a:off x="9546183" y="1928711"/>
            <a:ext cx="8261306" cy="6359781"/>
          </a:xfrm>
          <a:prstGeom prst="rect">
            <a:avLst/>
          </a:prstGeom>
        </p:spPr>
      </p:pic>
      <p:pic>
        <p:nvPicPr>
          <p:cNvPr id="4" name="Picture 3">
            <a:extLst>
              <a:ext uri="{FF2B5EF4-FFF2-40B4-BE49-F238E27FC236}">
                <a16:creationId xmlns:a16="http://schemas.microsoft.com/office/drawing/2014/main" id="{93E13479-7CF7-BF57-33E6-DC140EE665BE}"/>
              </a:ext>
            </a:extLst>
          </p:cNvPr>
          <p:cNvPicPr>
            <a:picLocks noChangeAspect="1"/>
          </p:cNvPicPr>
          <p:nvPr/>
        </p:nvPicPr>
        <p:blipFill>
          <a:blip r:embed="rId4"/>
          <a:stretch>
            <a:fillRect/>
          </a:stretch>
        </p:blipFill>
        <p:spPr>
          <a:xfrm>
            <a:off x="1850454" y="1963609"/>
            <a:ext cx="7155033" cy="635978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TotalTime>
  <Words>773</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Times New Roman</vt:lpstr>
      <vt:lpstr>Gotham</vt:lpstr>
      <vt:lpstr>Bookman Old Style</vt:lpstr>
      <vt:lpstr>Calibri</vt:lpstr>
      <vt:lpstr>Wingdings</vt:lpstr>
      <vt:lpstr>Cambria</vt:lpstr>
      <vt:lpstr>Arial</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BALAJI MADALA</cp:lastModifiedBy>
  <cp:revision>25</cp:revision>
  <dcterms:created xsi:type="dcterms:W3CDTF">2006-08-16T00:00:00Z</dcterms:created>
  <dcterms:modified xsi:type="dcterms:W3CDTF">2026-04-30T17:19:25Z</dcterms:modified>
  <dc:identifier>DAHCaYqJ9OU</dc:identifier>
</cp:coreProperties>
</file>