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6" r:id="rId12"/>
    <p:sldId id="269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8AC74C6-E3F3-4267-B7BC-EBF463580627}">
          <p14:sldIdLst>
            <p14:sldId id="256"/>
            <p14:sldId id="257"/>
            <p14:sldId id="258"/>
            <p14:sldId id="259"/>
            <p14:sldId id="260"/>
            <p14:sldId id="261"/>
            <p14:sldId id="271"/>
            <p14:sldId id="262"/>
            <p14:sldId id="263"/>
            <p14:sldId id="264"/>
            <p14:sldId id="266"/>
            <p14:sldId id="269"/>
            <p14:sldId id="268"/>
            <p14:sldId id="270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99EACE-7CAD-4D22-83B3-CE41374D6D02}" v="817" dt="2026-03-22T15:42:12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0" autoAdjust="0"/>
    <p:restoredTop sz="94622" autoAdjust="0"/>
  </p:normalViewPr>
  <p:slideViewPr>
    <p:cSldViewPr>
      <p:cViewPr varScale="1">
        <p:scale>
          <a:sx n="52" d="100"/>
          <a:sy n="52" d="100"/>
        </p:scale>
        <p:origin x="686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PROJECT – 1 : ReactJS Web Application Development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TICKET BOOKING OF AN INTERNAL DEPARTMENT EVENT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>
                <a:solidFill>
                  <a:srgbClr val="0033CC"/>
                </a:solidFill>
                <a:ea typeface="+mn-lt"/>
                <a:cs typeface="+mn-lt"/>
              </a:rPr>
              <a:t>React JS Based Web Application for Internal Department Event Ticket Booking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/>
                <a:ea typeface="Cambria"/>
              </a:rPr>
              <a:t>B.RAMA KRISHNA– VTU25818 – 23UECS0074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53713" y="7454290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Associate Professor(Senior-Grade)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latin typeface="Cambria"/>
                <a:ea typeface="Cambria"/>
              </a:rPr>
              <a:t>SDG 9 – Industry, Innovation &amp;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77814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/>
                <a:ea typeface="+mn-lt"/>
                <a:cs typeface="Times New Roman"/>
              </a:rPr>
              <a:t>The 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React JS Based Ticket Booking Web Application</a:t>
            </a:r>
            <a:r>
              <a:rPr lang="en-US" sz="2800">
                <a:latin typeface="Times New Roman"/>
                <a:ea typeface="+mn-lt"/>
                <a:cs typeface="Times New Roman"/>
              </a:rPr>
              <a:t> is a React JS based web application that allows students and faculty to view event details and book tickets online for internal department events such as technical fests and seminars.</a:t>
            </a:r>
            <a:endParaRPr lang="en-US" sz="2800" dirty="0">
              <a:latin typeface="Times New Roman"/>
              <a:ea typeface="Calibri"/>
              <a:cs typeface="Times New Roman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/>
                <a:ea typeface="+mn-lt"/>
                <a:cs typeface="Times New Roman"/>
              </a:rPr>
              <a:t>The application is built using Functional Components, JSX, and the useState hook for state management, following modern React development practices.</a:t>
            </a:r>
            <a:endParaRPr lang="en-US" sz="2800" dirty="0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It features an Event Details Module that displays event name, department, date, time, venue, ticket price, and available tickets.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/>
                <a:ea typeface="+mn-lt"/>
                <a:cs typeface="Times New Roman"/>
              </a:rPr>
              <a:t>A Ticket Booking Module allows users to enter their name, email, department, and number of tickets, with real-time validation and booking confirmation.</a:t>
            </a:r>
            <a:endParaRPr lang="en-US" sz="2800" dirty="0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/>
                <a:ea typeface="+mn-lt"/>
                <a:cs typeface="Times New Roman"/>
              </a:rPr>
              <a:t>This system is developed using 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PHP and MySQL on XAMPP server</a:t>
            </a:r>
            <a:r>
              <a:rPr lang="en-US" sz="2800">
                <a:latin typeface="Times New Roman"/>
                <a:ea typeface="+mn-lt"/>
                <a:cs typeface="Times New Roman"/>
              </a:rPr>
              <a:t>, ensuring reliable data storage and efficient backend processing.</a:t>
            </a:r>
            <a:endParaRPr lang="en-US" sz="280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7478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/>
                <a:ea typeface="+mn-lt"/>
                <a:cs typeface="Times New Roman"/>
              </a:rPr>
              <a:t>Department events like technical fests and seminars lack a dedicated digital platform for ticket booking and attendee management.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Students and faculty have no centralized system to view event details such as venue, timing, ticket price, and availability in one place. </a:t>
            </a: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Manual ticket booking processes lead to overbooking, data errors, and difficulty in tracking the number of available tickets.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Input validation is often absent in manual systems, allowing invalid email formats, zero or negative ticket counts, and empty submissions. </a:t>
            </a: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There is no mechanism to display a real-time updated ticket count or provide booking confirmation to the user after registration.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Absence of a structured web-based system wastes administrative time and leads to poor event communication.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Limited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 accessibility to skill-based opportunities restricts personal and professional growth.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Without proper error handling, users submit incomplete or invalid booking data, causing confusion and duplicate registrations. </a:t>
            </a:r>
            <a:endParaRPr lang="en-US" sz="3200" dirty="0">
              <a:latin typeface="Times New Roman"/>
              <a:ea typeface="+mn-lt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381000" y="1215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8BB4351-DF55-969A-0149-15E9F68A8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12268"/>
            <a:ext cx="1379882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1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To design and develop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 a React JS based web application for ticket booking of an internal department event.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1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To </a:t>
            </a:r>
            <a:r>
              <a:rPr lang="en-US" sz="3200" b="1">
                <a:latin typeface="Times New Roman"/>
                <a:ea typeface="+mn-lt"/>
                <a:cs typeface="Times New Roman"/>
              </a:rPr>
              <a:t>build</a:t>
            </a:r>
            <a:r>
              <a:rPr lang="en-US" sz="3200">
                <a:latin typeface="Times New Roman"/>
                <a:ea typeface="+mn-lt"/>
                <a:cs typeface="Times New Roman"/>
              </a:rPr>
              <a:t> an Event Details Module displaying event name, department, date, time, venue, ticket price, and available tickets.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implement</a:t>
            </a:r>
            <a:r>
              <a:rPr lang="en-US" sz="3200">
                <a:latin typeface="Times New Roman"/>
                <a:ea typeface="+mn-lt"/>
                <a:cs typeface="Times New Roman"/>
              </a:rPr>
              <a:t> a Ticket Booking Module: collects user name, email ID, department, and number of tickets with full input validation.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/>
                <a:ea typeface="+mn-lt"/>
                <a:cs typeface="Times New Roman"/>
              </a:rPr>
              <a:t>To apply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 React concepts: functional components, JSX, useState hook, event handling, and conditional rendering.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prevent</a:t>
            </a:r>
            <a:r>
              <a:rPr lang="en-US" sz="3200">
                <a:latin typeface="Times New Roman"/>
                <a:ea typeface="+mn-lt"/>
                <a:cs typeface="Times New Roman"/>
              </a:rPr>
              <a:t> overbooking by validating that requested tickets do not exceed the available ticket count.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display</a:t>
            </a:r>
            <a:r>
              <a:rPr lang="en-US" sz="3200">
                <a:latin typeface="Times New Roman"/>
                <a:ea typeface="+mn-lt"/>
                <a:cs typeface="Times New Roman"/>
              </a:rPr>
              <a:t> a booking confirmation with user name, event name, tickets booked, and total amount after successful booking.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handle</a:t>
            </a:r>
            <a:r>
              <a:rPr lang="en-US" sz="3200">
                <a:latin typeface="Times New Roman"/>
                <a:ea typeface="+mn-lt"/>
                <a:cs typeface="Times New Roman"/>
              </a:rPr>
              <a:t> invalid inputs gracefully and show user-friendly error messages for all validation failures.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integrate</a:t>
            </a:r>
            <a:r>
              <a:rPr lang="en-US" sz="3200">
                <a:latin typeface="Times New Roman"/>
                <a:ea typeface="+mn-lt"/>
                <a:cs typeface="Times New Roman"/>
              </a:rPr>
              <a:t> an H2 in-memory database as backend with proper component structure and code readability.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211A63-3042-5C7E-06CF-8BCDA2E47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427" y="2242084"/>
            <a:ext cx="14580964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The proposed system is a web-based </a:t>
            </a:r>
            <a:r>
              <a:rPr lang="en-US" sz="3200">
                <a:latin typeface="Times New Roman"/>
                <a:ea typeface="+mn-lt"/>
                <a:cs typeface="Times New Roman"/>
              </a:rPr>
              <a:t>Skill Marketplace 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application developed using PHP and MySQL.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  <a:endParaRPr lang="en-US" altLang="en-US" sz="3200" dirty="0"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It allows users to </a:t>
            </a:r>
            <a:r>
              <a:rPr lang="en-US" sz="3200">
                <a:latin typeface="Times New Roman"/>
                <a:ea typeface="+mn-lt"/>
                <a:cs typeface="Times New Roman"/>
              </a:rPr>
              <a:t>register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, </a:t>
            </a:r>
            <a:r>
              <a:rPr lang="en-US" sz="3200">
                <a:latin typeface="Times New Roman"/>
                <a:ea typeface="+mn-lt"/>
                <a:cs typeface="Times New Roman"/>
              </a:rPr>
              <a:t>login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, and manage </a:t>
            </a:r>
            <a:r>
              <a:rPr lang="en-US" sz="3200">
                <a:latin typeface="Times New Roman"/>
                <a:ea typeface="+mn-lt"/>
                <a:cs typeface="Times New Roman"/>
              </a:rPr>
              <a:t>their profiles securely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  <a:endParaRPr lang="en-US" sz="320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The system enables </a:t>
            </a:r>
            <a:r>
              <a:rPr lang="en-US" sz="3200">
                <a:latin typeface="Times New Roman"/>
                <a:ea typeface="+mn-lt"/>
                <a:cs typeface="Times New Roman"/>
              </a:rPr>
              <a:t>users to explore a variety of skill-based courses in one platform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endParaRPr lang="en-US" sz="320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Users can enroll 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in </a:t>
            </a:r>
            <a:r>
              <a:rPr lang="en-US" sz="3200">
                <a:latin typeface="Times New Roman"/>
                <a:ea typeface="+mn-lt"/>
                <a:cs typeface="Times New Roman"/>
              </a:rPr>
              <a:t>courses and access them through 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a </a:t>
            </a:r>
            <a:r>
              <a:rPr lang="en-US" sz="3200">
                <a:latin typeface="Times New Roman"/>
                <a:ea typeface="+mn-lt"/>
                <a:cs typeface="Times New Roman"/>
              </a:rPr>
              <a:t>personalized dashboard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  <a:endParaRPr lang="en-US" sz="320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/>
                <a:ea typeface="+mn-lt"/>
                <a:cs typeface="Times New Roman"/>
              </a:rPr>
              <a:t>After a successful booking, the system updates the available ticket count in real time and displays a booking summary with total amount.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The system 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maintains enrollment records for tracking user activity and course participation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diagram of a server">
            <a:extLst>
              <a:ext uri="{FF2B5EF4-FFF2-40B4-BE49-F238E27FC236}">
                <a16:creationId xmlns:a16="http://schemas.microsoft.com/office/drawing/2014/main" id="{DECAA948-188C-5772-B99C-654D4EFB9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765" y="1378322"/>
            <a:ext cx="6858000" cy="89086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413C3-C54E-5C20-16F8-35834475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049920D5-47FE-B5A0-BA13-407FF95DBA70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8B3D11F-237C-8E98-705A-930A55CFFA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61A0EE9-D134-5929-C170-F0DB0138FE3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537219C-F047-F4EF-4249-BFBF15BE00B5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6036328-670C-03AD-D3FA-C35750C9A98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78B49B8-5BC0-BF00-61B0-14986E179F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AA80D8E-ABA1-D273-690B-6B9F4199BA95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9F5F4C7-84FA-38BC-906E-9C76C03C39E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4CCB293-2148-9A26-647D-279B2EC8AF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2067554-5E79-1CE5-0C53-290164F4AD76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1B0E3B3-9180-E961-9CB3-419A3AC926F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5DE36F4-C786-DCCC-4237-C5CD3E46B0C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4B85863-625A-F3ED-5BCE-F6B15707D9C5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96DE5B6-F9E4-F8FF-BABC-465B96077E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743AA40-D3EB-3BB1-7953-0436AEB3B7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2AB8347-C7D2-C6F7-5049-D8D4B8F87A33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0E261C8-E200-6BBA-CB57-9205631A0C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9D099588-15FD-0637-C86F-A5FD8413D75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3B51FD5B-789B-0576-52CE-F7612BCD4B89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A7DEA8E-9158-3F9C-8152-8306ED559E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91F7B01-B0E4-52D3-7C1C-18D7CB63C92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724D9C49-9ACA-2555-7915-4170D3C8ABF7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33688D6C-8E5A-7E41-81DD-E31AFB7B3C9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3F58EB60-A2DF-B0BA-00F6-4043A1BC46E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E7F3FA5-529A-6013-88D2-294E5B5B7524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A4AE11C5-846B-91F7-6BF4-728A2B2FF41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5F2669FF-C349-0CD0-6B9D-AF83CD08647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7C15818B-078D-D18E-764E-1CCEC61EB0F7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1657CD08-87C7-61F8-76C1-4A53CE39C7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1FA450A8-BEA1-4CE5-C429-0AE1D87B3FF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C8B110C7-9949-6B8F-B30D-838D12FC1344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AEACE8-B5B0-C3BD-678B-F73E0F4C3B1C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6C9BFF-F719-6EFD-4CC3-F6A109127C6E}"/>
              </a:ext>
            </a:extLst>
          </p:cNvPr>
          <p:cNvSpPr txBox="1"/>
          <p:nvPr/>
        </p:nvSpPr>
        <p:spPr>
          <a:xfrm>
            <a:off x="2209801" y="1638300"/>
            <a:ext cx="14103620" cy="72943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IN">
                <a:latin typeface="Times New Roman"/>
                <a:cs typeface="Times New Roman"/>
              </a:rPr>
              <a:t>➤ </a:t>
            </a:r>
            <a:r>
              <a:rPr lang="en-IN" sz="2800" b="1">
                <a:latin typeface="Times New Roman"/>
                <a:cs typeface="Times New Roman"/>
              </a:rPr>
              <a:t>Input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 sz="2800" dirty="0">
                <a:latin typeface="Times New Roman"/>
                <a:ea typeface="+mn-lt"/>
                <a:cs typeface="Times New Roman"/>
              </a:rPr>
              <a:t>Users enter registration details, login credentials, and select courses through web forms. They can browse courses and perform </a:t>
            </a:r>
            <a:r>
              <a:rPr lang="en-IN" sz="2800" dirty="0" err="1">
                <a:latin typeface="Times New Roman"/>
                <a:ea typeface="+mn-lt"/>
                <a:cs typeface="Times New Roman"/>
              </a:rPr>
              <a:t>enrollment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 actions.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pPr algn="just"/>
            <a:br>
              <a:rPr lang="en-US" dirty="0"/>
            </a:br>
            <a:endParaRPr lang="en-US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>
                <a:latin typeface="Times New Roman"/>
                <a:cs typeface="Times New Roman"/>
              </a:rPr>
              <a:t>➤ </a:t>
            </a:r>
            <a:r>
              <a:rPr lang="en-IN" sz="2800" b="1">
                <a:latin typeface="Times New Roman"/>
                <a:cs typeface="Times New Roman"/>
              </a:rPr>
              <a:t>Processing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 sz="2800" dirty="0">
                <a:latin typeface="Times New Roman"/>
                <a:ea typeface="+mn-lt"/>
                <a:cs typeface="Times New Roman"/>
              </a:rPr>
              <a:t>PHP processes user requests, handles authentication, manages course </a:t>
            </a:r>
            <a:r>
              <a:rPr lang="en-IN" sz="2800" dirty="0" err="1">
                <a:latin typeface="Times New Roman"/>
                <a:ea typeface="+mn-lt"/>
                <a:cs typeface="Times New Roman"/>
              </a:rPr>
              <a:t>enrollment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, and executes necessary operations through server-side logic.</a:t>
            </a:r>
            <a:endParaRPr lang="en-IN" dirty="0">
              <a:latin typeface="Times New Roman"/>
              <a:ea typeface="+mn-lt"/>
              <a:cs typeface="Times New Roman"/>
            </a:endParaRPr>
          </a:p>
          <a:p>
            <a:pPr algn="just"/>
            <a:br>
              <a:rPr lang="en-US" dirty="0"/>
            </a:br>
            <a:endParaRPr lang="en-US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>
                <a:latin typeface="Times New Roman"/>
                <a:cs typeface="Times New Roman"/>
              </a:rPr>
              <a:t>➤ </a:t>
            </a:r>
            <a:r>
              <a:rPr lang="en-IN" sz="2800" b="1">
                <a:latin typeface="Times New Roman"/>
                <a:cs typeface="Times New Roman"/>
              </a:rPr>
              <a:t>Database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 sz="2800" dirty="0">
                <a:latin typeface="Times New Roman"/>
                <a:ea typeface="+mn-lt"/>
                <a:cs typeface="Times New Roman"/>
              </a:rPr>
              <a:t>MySQL database stores user details, course information, and </a:t>
            </a:r>
            <a:r>
              <a:rPr lang="en-IN" sz="2800" dirty="0" err="1">
                <a:latin typeface="Times New Roman"/>
                <a:ea typeface="+mn-lt"/>
                <a:cs typeface="Times New Roman"/>
              </a:rPr>
              <a:t>enrollment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 records using relational tables.</a:t>
            </a:r>
            <a:endParaRPr lang="en-IN" dirty="0">
              <a:latin typeface="Times New Roman"/>
              <a:ea typeface="+mn-lt"/>
              <a:cs typeface="Times New Roman"/>
            </a:endParaRPr>
          </a:p>
          <a:p>
            <a:pPr algn="just"/>
            <a:br>
              <a:rPr lang="en-US" dirty="0"/>
            </a:br>
            <a:endParaRPr lang="en-US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>
                <a:latin typeface="Times New Roman"/>
                <a:cs typeface="Times New Roman"/>
              </a:rPr>
              <a:t>➤ </a:t>
            </a:r>
            <a:r>
              <a:rPr lang="en-IN" sz="2800" b="1">
                <a:latin typeface="Times New Roman"/>
                <a:cs typeface="Times New Roman"/>
              </a:rPr>
              <a:t>Output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pPr algn="just">
              <a:buFont typeface="Arial" panose="05000000000000000000" pitchFamily="2" charset="2"/>
              <a:buChar char="•"/>
            </a:pPr>
            <a:r>
              <a:rPr lang="en-IN" sz="2800">
                <a:latin typeface="Times New Roman"/>
                <a:ea typeface="+mn-lt"/>
                <a:cs typeface="Times New Roman"/>
              </a:rPr>
              <a:t>The system displays updated available ticket count, booking confirmation summary (user name, event name, tickets booked, total amount) in the browser after each successful booking.</a:t>
            </a:r>
            <a:endParaRPr lang="en-IN">
              <a:latin typeface="Times New Roman"/>
              <a:ea typeface="+mn-lt"/>
              <a:cs typeface="Times New Roman"/>
            </a:endParaRPr>
          </a:p>
          <a:p>
            <a:pPr algn="just"/>
            <a:endParaRPr lang="en-IN" sz="2800" b="1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884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diagram of a workflow  AI-generated content may be incorrect.">
            <a:extLst>
              <a:ext uri="{FF2B5EF4-FFF2-40B4-BE49-F238E27FC236}">
                <a16:creationId xmlns:a16="http://schemas.microsoft.com/office/drawing/2014/main" id="{7D6471C6-F2F0-4081-B4E4-E3B906630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460" y="1419238"/>
            <a:ext cx="13709022" cy="85624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977075" y="2903947"/>
            <a:ext cx="15082325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Frontend: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React JS (Functional Components, JSX, useState Hook) 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Backend: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Java (Spring Boot)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Database: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H2 In-Memory Database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Server: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Embedded H2 / Spring Boot Server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Tools: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VS Code, H2 Console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Hardware/Software: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Windows OS, Node.js / Spring Boot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endParaRPr lang="en-IN" sz="28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3D79AD-42B0-1AB8-1403-02181497A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470087" y="2357958"/>
            <a:ext cx="15082325" cy="60939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Module 1: Event Details Module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2800">
                <a:ea typeface="+mn-lt"/>
                <a:cs typeface="+mn-lt"/>
              </a:rPr>
              <a:t>Displays event name, department name, event date and time, venue, ticket price, and the number of available tickets using a dedicated React component.</a:t>
            </a:r>
            <a:endParaRPr lang="en-US">
              <a:ea typeface="+mn-lt"/>
              <a:cs typeface="+mn-lt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sz="3200" b="1">
                <a:latin typeface="Times New Roman"/>
                <a:cs typeface="Times New Roman"/>
              </a:rPr>
              <a:t>Module 2: Ticket Booking Module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2800" dirty="0">
                <a:ea typeface="+mn-lt"/>
                <a:cs typeface="+mn-lt"/>
              </a:rPr>
              <a:t>Collects user inputs — name, email ID, department, and number of tickets — validates all fields, and processes the booking upon successful validation.</a:t>
            </a:r>
            <a:endParaRPr lang="en-US" dirty="0">
              <a:ea typeface="+mn-lt"/>
              <a:cs typeface="+mn-lt"/>
            </a:endParaRPr>
          </a:p>
          <a:p>
            <a:br>
              <a:rPr lang="en-US" dirty="0"/>
            </a:br>
            <a:endParaRPr lang="en-US" sz="3200">
              <a:latin typeface="Times New Roman"/>
              <a:cs typeface="Times New Roman"/>
            </a:endParaRPr>
          </a:p>
          <a:p>
            <a:r>
              <a:rPr lang="en-US" sz="3200" b="1">
                <a:latin typeface="Times New Roman"/>
                <a:cs typeface="Times New Roman"/>
              </a:rPr>
              <a:t>Module 3: Validation &amp; Error Handling Module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2800">
                <a:ea typeface="+mn-lt"/>
                <a:cs typeface="+mn-lt"/>
              </a:rPr>
              <a:t>Ensures all fields are mandatory, email ID is in valid format, and ticket count is a positive number not exceeding available tickets. Displays appropriate error messages.</a:t>
            </a:r>
            <a:endParaRPr lang="en-US">
              <a:ea typeface="+mn-lt"/>
              <a:cs typeface="+mn-lt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sz="3200" b="1">
                <a:latin typeface="Times New Roman"/>
                <a:cs typeface="Times New Roman"/>
              </a:rPr>
              <a:t>Module 4: Booking Confirmation &amp; Summary Module</a:t>
            </a:r>
            <a:endParaRPr lang="en-US" sz="3200" b="1">
              <a:latin typeface="Times New Roman"/>
              <a:ea typeface="Calibri"/>
              <a:cs typeface="Times New Roman"/>
            </a:endParaRPr>
          </a:p>
          <a:p>
            <a:r>
              <a:rPr lang="en-US" sz="2800">
                <a:ea typeface="+mn-lt"/>
                <a:cs typeface="+mn-lt"/>
              </a:rPr>
              <a:t>Displays booking confirmation with user name, event name, number of tickets booked, and total amount. Updates available ticket count after each successful booking.</a:t>
            </a:r>
            <a:endParaRPr lang="en-US">
              <a:ea typeface="+mn-lt"/>
              <a:cs typeface="+mn-lt"/>
            </a:endParaRPr>
          </a:p>
          <a:p>
            <a:endParaRPr lang="en-US" sz="2800" b="1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01BE0-398E-4098-2E3D-5970D23A552F}"/>
              </a:ext>
            </a:extLst>
          </p:cNvPr>
          <p:cNvSpPr txBox="1"/>
          <p:nvPr/>
        </p:nvSpPr>
        <p:spPr>
          <a:xfrm>
            <a:off x="2793265" y="2181318"/>
            <a:ext cx="6350736" cy="56938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800" dirty="0">
                <a:ea typeface="+mn-lt"/>
                <a:cs typeface="+mn-lt"/>
              </a:rPr>
              <a:t>➤ The </a:t>
            </a:r>
            <a:r>
              <a:rPr lang="en-US" sz="2800" b="1" dirty="0">
                <a:ea typeface="+mn-lt"/>
                <a:cs typeface="+mn-lt"/>
              </a:rPr>
              <a:t>Home Page</a:t>
            </a:r>
            <a:r>
              <a:rPr lang="en-US" sz="2800" dirty="0">
                <a:ea typeface="+mn-lt"/>
                <a:cs typeface="+mn-lt"/>
              </a:rPr>
              <a:t> serves as the main navigation interface of the Skill Marketplace system. </a:t>
            </a:r>
            <a:endParaRPr lang="en-US" dirty="0">
              <a:ea typeface="Calibri"/>
              <a:cs typeface="Calibri"/>
            </a:endParaRPr>
          </a:p>
          <a:p>
            <a:pPr algn="just"/>
            <a:r>
              <a:rPr lang="en-US" sz="2800" dirty="0">
                <a:ea typeface="+mn-lt"/>
                <a:cs typeface="+mn-lt"/>
              </a:rPr>
              <a:t>➤ It provides a clean UI with CSS styling, displaying all event information and the booking form in a single-page React application. </a:t>
            </a:r>
            <a:endParaRPr lang="en-US" dirty="0">
              <a:ea typeface="Calibri"/>
              <a:cs typeface="Calibri"/>
            </a:endParaRPr>
          </a:p>
          <a:p>
            <a:pPr algn="just"/>
            <a:r>
              <a:rPr lang="en-US" sz="2800" dirty="0">
                <a:ea typeface="+mn-lt"/>
                <a:cs typeface="+mn-lt"/>
              </a:rPr>
              <a:t>➤ The </a:t>
            </a:r>
            <a:r>
              <a:rPr lang="en-US" sz="2800" b="1" dirty="0">
                <a:ea typeface="+mn-lt"/>
                <a:cs typeface="+mn-lt"/>
              </a:rPr>
              <a:t>Dashboard</a:t>
            </a:r>
            <a:r>
              <a:rPr lang="en-US" sz="2800" dirty="0">
                <a:ea typeface="+mn-lt"/>
                <a:cs typeface="+mn-lt"/>
              </a:rPr>
              <a:t> allows users to view enrolled courses and track their learning activity. </a:t>
            </a:r>
            <a:endParaRPr lang="en-US" dirty="0">
              <a:ea typeface="Calibri"/>
              <a:cs typeface="Calibri"/>
            </a:endParaRPr>
          </a:p>
          <a:p>
            <a:pPr algn="just"/>
            <a:r>
              <a:rPr lang="en-US" sz="2800" dirty="0">
                <a:ea typeface="+mn-lt"/>
                <a:cs typeface="+mn-lt"/>
              </a:rPr>
              <a:t>➤ The interface is styled with simple CSS for better UI and is designed to be user-friendly and responsive in the browser. 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ADA6A9-A74C-60F6-F463-33159DF2F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9968" y="2142693"/>
            <a:ext cx="7732444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 lIns="91440" tIns="45720" rIns="91440" bIns="45720" anchor="t"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5F656E-46C9-AEA4-483D-58FFE539D1A1}"/>
              </a:ext>
            </a:extLst>
          </p:cNvPr>
          <p:cNvSpPr txBox="1"/>
          <p:nvPr/>
        </p:nvSpPr>
        <p:spPr>
          <a:xfrm>
            <a:off x="9571571" y="1916987"/>
            <a:ext cx="8401051" cy="69865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➤ The Booking Confirmation section renders conditionally after a successful ticket booking using React conditional rendering.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These values are dynamically derived from the React state (</a:t>
            </a:r>
            <a:r>
              <a:rPr lang="en-US" sz="2800" dirty="0" err="1">
                <a:ea typeface="+mn-lt"/>
                <a:cs typeface="+mn-lt"/>
              </a:rPr>
              <a:t>useState</a:t>
            </a:r>
            <a:r>
              <a:rPr lang="en-US" sz="2800" dirty="0">
                <a:ea typeface="+mn-lt"/>
                <a:cs typeface="+mn-lt"/>
              </a:rPr>
              <a:t>) and rendered only after passing all validation checks.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The available ticket count is updated in real time after each successful booking, preventing overbooking through state-managed validation.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The Reset button clears all form fields and resets the booking form state, allowing users to make a new booking.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All state transitions (form input, validation errors, confirmation display) are managed using the </a:t>
            </a:r>
            <a:r>
              <a:rPr lang="en-US" sz="2800" dirty="0" err="1">
                <a:ea typeface="+mn-lt"/>
                <a:cs typeface="+mn-lt"/>
              </a:rPr>
              <a:t>useState</a:t>
            </a:r>
            <a:r>
              <a:rPr lang="en-US" sz="2800" dirty="0">
                <a:ea typeface="+mn-lt"/>
                <a:cs typeface="+mn-lt"/>
              </a:rPr>
              <a:t> hook with no page reloads.</a:t>
            </a:r>
            <a:endParaRPr lang="en-US" dirty="0">
              <a:ea typeface="+mn-lt"/>
              <a:cs typeface="+mn-lt"/>
            </a:endParaRPr>
          </a:p>
          <a:p>
            <a:endParaRPr lang="en-US" sz="2800" b="1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F5EAB0-F908-62CB-985E-529A6B635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260" y="1409548"/>
            <a:ext cx="7178089" cy="757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35924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BA82A-F8BE-CC66-BC20-4D7C3D0E03CF}"/>
              </a:ext>
            </a:extLst>
          </p:cNvPr>
          <p:cNvSpPr txBox="1"/>
          <p:nvPr/>
        </p:nvSpPr>
        <p:spPr>
          <a:xfrm>
            <a:off x="9736729" y="2107336"/>
            <a:ext cx="6722471" cy="74174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Validation &amp; Error Handling Module:</a:t>
            </a:r>
            <a:endParaRPr lang="en-US" sz="2800" b="1" dirty="0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➤ The Validation Module ensures all input fields are mandatory before allowing the booking to proceed. </a:t>
            </a:r>
            <a:endParaRPr lang="en-US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If any field is left empty, an error message "This field is required" is displayed below the respective input.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➤ The email ID is validated using a regular expression to ensure it follows a valid format (e.g., user@domain.com). </a:t>
            </a:r>
            <a:endParaRPr lang="en-US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The number of tickets is checked to ensure it is a positive integer and does not exceed the available ticket count.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➤ All error messages are displayed conditionally using React conditional rendering without reloading the page.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➤ If all validations pass, the form is accepted and the booking confirmation is displayed; otherwise, errors are shown inline. </a:t>
            </a:r>
            <a:endParaRPr lang="en-US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This module ensures graceful error handling and provides a smooth, user-friendly booking experience throughout the application. 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580C45-F0AE-2091-7C05-B33B2F209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749" y="2385449"/>
            <a:ext cx="5761524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8F243A-D47C-80B5-057A-CD0D2AFE8E60}"/>
              </a:ext>
            </a:extLst>
          </p:cNvPr>
          <p:cNvSpPr txBox="1"/>
          <p:nvPr/>
        </p:nvSpPr>
        <p:spPr>
          <a:xfrm>
            <a:off x="3140906" y="2117019"/>
            <a:ext cx="14051902" cy="77814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Advantages</a:t>
            </a:r>
          </a:p>
          <a:p>
            <a:r>
              <a:rPr lang="en-US" sz="2800">
                <a:ea typeface="+mn-lt"/>
                <a:cs typeface="+mn-lt"/>
              </a:rPr>
              <a:t> Provides a fully functional React JS web app for department event ticket booking </a:t>
            </a:r>
          </a:p>
          <a:p>
            <a:r>
              <a:rPr lang="en-US" sz="2800">
                <a:ea typeface="+mn-lt"/>
                <a:cs typeface="+mn-lt"/>
              </a:rPr>
              <a:t> Uses modern React concepts: functional components, useState, JSX, and conditional rendering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Real-time ticket availability update prevents overbooking instantly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 Comprehensive input validation with user-friendly inline error messages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 Booking summary displays total amount, event name, and user details clearly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Clean component separation (EventDetails, BookingForm) ensures code readability</a:t>
            </a:r>
            <a:endParaRPr lang="en-US">
              <a:ea typeface="Calibri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Limitations</a:t>
            </a:r>
          </a:p>
          <a:p>
            <a:r>
              <a:rPr lang="en-US" sz="2800" dirty="0">
                <a:ea typeface="+mn-lt"/>
                <a:cs typeface="+mn-lt"/>
              </a:rPr>
              <a:t> Designed for internal department use; not scalable for large multi-event systems </a:t>
            </a:r>
          </a:p>
          <a:p>
            <a:r>
              <a:rPr lang="en-US" sz="2800">
                <a:ea typeface="+mn-lt"/>
                <a:cs typeface="+mn-lt"/>
              </a:rPr>
              <a:t> No QR-based ticket scanning or real online payment gateway integration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 H2 is an in-memory database; data is lost when the application restarts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 No admin panel to dynamically create or modify events from the UI 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 Authentication and user login are not implemented in this milestone</a:t>
            </a:r>
            <a:endParaRPr lang="en-US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b="1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8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1577</Words>
  <Application>Microsoft Office PowerPoint</Application>
  <PresentationFormat>Custom</PresentationFormat>
  <Paragraphs>236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Cambria</vt:lpstr>
      <vt:lpstr>Arial</vt:lpstr>
      <vt:lpstr>Times New Roman</vt:lpstr>
      <vt:lpstr>Gotham Bold Italics</vt:lpstr>
      <vt:lpstr>Bookman Old Style</vt:lpstr>
      <vt:lpstr>Calibri</vt:lpstr>
      <vt:lpstr>Wingdings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Kavya Ghantasala</dc:creator>
  <cp:lastModifiedBy>Sai 2022</cp:lastModifiedBy>
  <cp:revision>218</cp:revision>
  <dcterms:created xsi:type="dcterms:W3CDTF">2006-08-16T00:00:00Z</dcterms:created>
  <dcterms:modified xsi:type="dcterms:W3CDTF">2026-05-05T18:57:33Z</dcterms:modified>
  <dc:identifier>DAHCaYqJ9OU</dc:identifier>
</cp:coreProperties>
</file>