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0" r:id="rId14"/>
    <p:sldId id="271" r:id="rId15"/>
  </p:sldIdLst>
  <p:sldSz cx="18288000" cy="10287000"/>
  <p:notesSz cx="6858000" cy="9144000"/>
  <p:defaultTextStyle>
    <a:defPPr>
      <a:defRPr lang="en-US"/>
    </a:defPPr>
    <a:lvl1pPr algn="l" rtl="0" eaLnBrk="0" fontAlgn="base" hangingPunct="0">
      <a:spcBef>
        <a:spcPct val="0"/>
      </a:spcBef>
      <a:spcAft>
        <a:spcPct val="0"/>
      </a:spcAft>
      <a:defRPr kern="1200">
        <a:solidFill>
          <a:srgbClr val="000000"/>
        </a:solidFill>
        <a:latin typeface="Calibri" panose="020F0502020204030204" pitchFamily="34" charset="0"/>
        <a:ea typeface="+mn-ea"/>
        <a:cs typeface="Helvetica" panose="020B0604020202020204" pitchFamily="34" charset="0"/>
        <a:sym typeface="Calibri" panose="020F0502020204030204" pitchFamily="34" charset="0"/>
      </a:defRPr>
    </a:lvl1pPr>
    <a:lvl2pPr marL="457200" algn="l" rtl="0" eaLnBrk="0" fontAlgn="base" hangingPunct="0">
      <a:spcBef>
        <a:spcPct val="0"/>
      </a:spcBef>
      <a:spcAft>
        <a:spcPct val="0"/>
      </a:spcAft>
      <a:defRPr kern="1200">
        <a:solidFill>
          <a:srgbClr val="000000"/>
        </a:solidFill>
        <a:latin typeface="Calibri" panose="020F0502020204030204" pitchFamily="34" charset="0"/>
        <a:ea typeface="+mn-ea"/>
        <a:cs typeface="Helvetica" panose="020B0604020202020204" pitchFamily="34" charset="0"/>
        <a:sym typeface="Calibri" panose="020F0502020204030204" pitchFamily="34" charset="0"/>
      </a:defRPr>
    </a:lvl2pPr>
    <a:lvl3pPr marL="914400" algn="l" rtl="0" eaLnBrk="0" fontAlgn="base" hangingPunct="0">
      <a:spcBef>
        <a:spcPct val="0"/>
      </a:spcBef>
      <a:spcAft>
        <a:spcPct val="0"/>
      </a:spcAft>
      <a:defRPr kern="1200">
        <a:solidFill>
          <a:srgbClr val="000000"/>
        </a:solidFill>
        <a:latin typeface="Calibri" panose="020F0502020204030204" pitchFamily="34" charset="0"/>
        <a:ea typeface="+mn-ea"/>
        <a:cs typeface="Helvetica" panose="020B0604020202020204" pitchFamily="34" charset="0"/>
        <a:sym typeface="Calibri" panose="020F0502020204030204" pitchFamily="34" charset="0"/>
      </a:defRPr>
    </a:lvl3pPr>
    <a:lvl4pPr marL="1371600" algn="l" rtl="0" eaLnBrk="0" fontAlgn="base" hangingPunct="0">
      <a:spcBef>
        <a:spcPct val="0"/>
      </a:spcBef>
      <a:spcAft>
        <a:spcPct val="0"/>
      </a:spcAft>
      <a:defRPr kern="1200">
        <a:solidFill>
          <a:srgbClr val="000000"/>
        </a:solidFill>
        <a:latin typeface="Calibri" panose="020F0502020204030204" pitchFamily="34" charset="0"/>
        <a:ea typeface="+mn-ea"/>
        <a:cs typeface="Helvetica" panose="020B0604020202020204" pitchFamily="34" charset="0"/>
        <a:sym typeface="Calibri" panose="020F0502020204030204" pitchFamily="34" charset="0"/>
      </a:defRPr>
    </a:lvl4pPr>
    <a:lvl5pPr marL="1828800" algn="l" rtl="0" eaLnBrk="0" fontAlgn="base" hangingPunct="0">
      <a:spcBef>
        <a:spcPct val="0"/>
      </a:spcBef>
      <a:spcAft>
        <a:spcPct val="0"/>
      </a:spcAft>
      <a:defRPr kern="1200">
        <a:solidFill>
          <a:srgbClr val="000000"/>
        </a:solidFill>
        <a:latin typeface="Calibri" panose="020F0502020204030204" pitchFamily="34" charset="0"/>
        <a:ea typeface="+mn-ea"/>
        <a:cs typeface="Helvetica" panose="020B0604020202020204" pitchFamily="34" charset="0"/>
        <a:sym typeface="Calibri" panose="020F0502020204030204" pitchFamily="34" charset="0"/>
      </a:defRPr>
    </a:lvl5pPr>
    <a:lvl6pPr marL="2286000" algn="l" defTabSz="914400" rtl="0" eaLnBrk="1" latinLnBrk="0" hangingPunct="1">
      <a:defRPr kern="1200">
        <a:solidFill>
          <a:srgbClr val="000000"/>
        </a:solidFill>
        <a:latin typeface="Calibri" panose="020F0502020204030204" pitchFamily="34" charset="0"/>
        <a:ea typeface="+mn-ea"/>
        <a:cs typeface="Helvetica" panose="020B0604020202020204" pitchFamily="34" charset="0"/>
        <a:sym typeface="Calibri" panose="020F0502020204030204" pitchFamily="34" charset="0"/>
      </a:defRPr>
    </a:lvl6pPr>
    <a:lvl7pPr marL="2743200" algn="l" defTabSz="914400" rtl="0" eaLnBrk="1" latinLnBrk="0" hangingPunct="1">
      <a:defRPr kern="1200">
        <a:solidFill>
          <a:srgbClr val="000000"/>
        </a:solidFill>
        <a:latin typeface="Calibri" panose="020F0502020204030204" pitchFamily="34" charset="0"/>
        <a:ea typeface="+mn-ea"/>
        <a:cs typeface="Helvetica" panose="020B0604020202020204" pitchFamily="34" charset="0"/>
        <a:sym typeface="Calibri" panose="020F0502020204030204" pitchFamily="34" charset="0"/>
      </a:defRPr>
    </a:lvl7pPr>
    <a:lvl8pPr marL="3200400" algn="l" defTabSz="914400" rtl="0" eaLnBrk="1" latinLnBrk="0" hangingPunct="1">
      <a:defRPr kern="1200">
        <a:solidFill>
          <a:srgbClr val="000000"/>
        </a:solidFill>
        <a:latin typeface="Calibri" panose="020F0502020204030204" pitchFamily="34" charset="0"/>
        <a:ea typeface="+mn-ea"/>
        <a:cs typeface="Helvetica" panose="020B0604020202020204" pitchFamily="34" charset="0"/>
        <a:sym typeface="Calibri" panose="020F0502020204030204" pitchFamily="34" charset="0"/>
      </a:defRPr>
    </a:lvl8pPr>
    <a:lvl9pPr marL="3657600" algn="l" defTabSz="914400" rtl="0" eaLnBrk="1" latinLnBrk="0" hangingPunct="1">
      <a:defRPr kern="1200">
        <a:solidFill>
          <a:srgbClr val="000000"/>
        </a:solidFill>
        <a:latin typeface="Calibri" panose="020F0502020204030204" pitchFamily="34" charset="0"/>
        <a:ea typeface="+mn-ea"/>
        <a:cs typeface="Helvetica" panose="020B0604020202020204" pitchFamily="34" charset="0"/>
        <a:sym typeface="Calibri" panose="020F0502020204030204" pitchFamily="34" charset="0"/>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2" d="100"/>
          <a:sy n="52" d="100"/>
        </p:scale>
        <p:origin x="850" y="11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Shape 91">
            <a:extLst>
              <a:ext uri="{FF2B5EF4-FFF2-40B4-BE49-F238E27FC236}">
                <a16:creationId xmlns:a16="http://schemas.microsoft.com/office/drawing/2014/main" id="{73504019-81F0-DFCE-10AD-FDCC272D800C}"/>
              </a:ext>
            </a:extLst>
          </p:cNvPr>
          <p:cNvSpPr>
            <a:spLocks noGrp="1" noRot="1" noChangeAspect="1" noChangeArrowheads="1"/>
          </p:cNvSpPr>
          <p:nvPr>
            <p:ph type="sldImg"/>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1" name="Shape 92">
            <a:extLst>
              <a:ext uri="{FF2B5EF4-FFF2-40B4-BE49-F238E27FC236}">
                <a16:creationId xmlns:a16="http://schemas.microsoft.com/office/drawing/2014/main" id="{410058C3-FA81-CC3F-9ED2-85F9D4AB81C8}"/>
              </a:ext>
            </a:extLst>
          </p:cNvPr>
          <p:cNvSpPr>
            <a:spLocks noGrp="1" noChangeArrowheads="1"/>
          </p:cNvSpPr>
          <p:nvPr>
            <p:ph type="body" sz="quarter" idx="1"/>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endParaRPr lang="en-US" altLang="en-US">
              <a:sym typeface="Calibri" panose="020F0502020204030204" pitchFamily="34" charset="0"/>
            </a:endParaRP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a:solidFill>
          <a:schemeClr val="tx1"/>
        </a:solidFill>
        <a:latin typeface="+mj-lt"/>
        <a:ea typeface="+mj-ea"/>
        <a:cs typeface="+mj-cs"/>
        <a:sym typeface="Calibri" panose="020F0502020204030204" pitchFamily="34" charset="0"/>
      </a:defRPr>
    </a:lvl1pPr>
    <a:lvl2pPr marL="742950" indent="-285750" algn="l" rtl="0" eaLnBrk="0" fontAlgn="base" hangingPunct="0">
      <a:spcBef>
        <a:spcPct val="30000"/>
      </a:spcBef>
      <a:spcAft>
        <a:spcPct val="0"/>
      </a:spcAft>
      <a:defRPr sz="1200">
        <a:solidFill>
          <a:schemeClr val="tx1"/>
        </a:solidFill>
        <a:latin typeface="+mj-lt"/>
        <a:ea typeface="+mj-ea"/>
        <a:cs typeface="+mj-cs"/>
        <a:sym typeface="Calibri" panose="020F0502020204030204" pitchFamily="34" charset="0"/>
      </a:defRPr>
    </a:lvl2pPr>
    <a:lvl3pPr marL="1143000" indent="-228600" algn="l" rtl="0" eaLnBrk="0" fontAlgn="base" hangingPunct="0">
      <a:spcBef>
        <a:spcPct val="30000"/>
      </a:spcBef>
      <a:spcAft>
        <a:spcPct val="0"/>
      </a:spcAft>
      <a:defRPr sz="1200">
        <a:solidFill>
          <a:schemeClr val="tx1"/>
        </a:solidFill>
        <a:latin typeface="+mj-lt"/>
        <a:ea typeface="+mj-ea"/>
        <a:cs typeface="+mj-cs"/>
        <a:sym typeface="Calibri" panose="020F0502020204030204" pitchFamily="34" charset="0"/>
      </a:defRPr>
    </a:lvl3pPr>
    <a:lvl4pPr marL="1600200" indent="-228600" algn="l" rtl="0" eaLnBrk="0" fontAlgn="base" hangingPunct="0">
      <a:spcBef>
        <a:spcPct val="30000"/>
      </a:spcBef>
      <a:spcAft>
        <a:spcPct val="0"/>
      </a:spcAft>
      <a:defRPr sz="1200">
        <a:solidFill>
          <a:schemeClr val="tx1"/>
        </a:solidFill>
        <a:latin typeface="+mj-lt"/>
        <a:ea typeface="+mj-ea"/>
        <a:cs typeface="+mj-cs"/>
        <a:sym typeface="Calibri" panose="020F0502020204030204" pitchFamily="34" charset="0"/>
      </a:defRPr>
    </a:lvl4pPr>
    <a:lvl5pPr marL="2057400" indent="-228600" algn="l" rtl="0" eaLnBrk="0" fontAlgn="base" hangingPunct="0">
      <a:spcBef>
        <a:spcPct val="30000"/>
      </a:spcBef>
      <a:spcAft>
        <a:spcPct val="0"/>
      </a:spcAft>
      <a:defRPr sz="1200">
        <a:solidFill>
          <a:schemeClr val="tx1"/>
        </a:solidFill>
        <a:latin typeface="+mj-lt"/>
        <a:ea typeface="+mj-ea"/>
        <a:cs typeface="+mj-cs"/>
        <a:sym typeface="Calibri" panose="020F0502020204030204" pitchFamily="34" charset="0"/>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685800" y="2130425"/>
            <a:ext cx="7772400" cy="1470025"/>
          </a:xfrm>
          <a:prstGeom prst="rect">
            <a:avLst/>
          </a:prstGeom>
        </p:spPr>
        <p:txBody>
          <a:bodyPr/>
          <a:lstStyle/>
          <a:p>
            <a:r>
              <a:t>Title Text</a:t>
            </a:r>
          </a:p>
        </p:txBody>
      </p:sp>
      <p:sp>
        <p:nvSpPr>
          <p:cNvPr id="12" name="Body Level One…"/>
          <p:cNvSpPr txBox="1">
            <a:spLocks noGrp="1"/>
          </p:cNvSpPr>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457200" algn="ctr">
              <a:buSzTx/>
              <a:buFontTx/>
              <a:buNone/>
              <a:defRPr>
                <a:solidFill>
                  <a:srgbClr val="888888"/>
                </a:solidFill>
              </a:defRPr>
            </a:lvl2pPr>
            <a:lvl3pPr marL="0" indent="914400" algn="ctr">
              <a:buSzTx/>
              <a:buFontTx/>
              <a:buNone/>
              <a:defRPr>
                <a:solidFill>
                  <a:srgbClr val="888888"/>
                </a:solidFill>
              </a:defRPr>
            </a:lvl3pPr>
            <a:lvl4pPr marL="0" indent="1371600" algn="ctr">
              <a:buSzTx/>
              <a:buFontTx/>
              <a:buNone/>
              <a:defRPr>
                <a:solidFill>
                  <a:srgbClr val="888888"/>
                </a:solidFill>
              </a:defRPr>
            </a:lvl4pPr>
            <a:lvl5pPr marL="0" indent="1828800" algn="ctr">
              <a:buSzTx/>
              <a:buFontTx/>
              <a:buNone/>
              <a:defRPr>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2" name="Slide Number">
            <a:extLst>
              <a:ext uri="{FF2B5EF4-FFF2-40B4-BE49-F238E27FC236}">
                <a16:creationId xmlns:a16="http://schemas.microsoft.com/office/drawing/2014/main" id="{19BE83FB-77D0-77BF-547F-B07AB0358A10}"/>
              </a:ext>
            </a:extLst>
          </p:cNvPr>
          <p:cNvSpPr txBox="1">
            <a:spLocks noGrp="1" noChangeArrowheads="1"/>
          </p:cNvSpPr>
          <p:nvPr>
            <p:ph type="sldNum" sz="quarter" idx="10"/>
          </p:nvPr>
        </p:nvSpPr>
        <p:spPr>
          <a:ln/>
        </p:spPr>
        <p:txBody>
          <a:bodyPr/>
          <a:lstStyle>
            <a:lvl1pPr>
              <a:defRPr/>
            </a:lvl1pPr>
          </a:lstStyle>
          <a:p>
            <a:pPr>
              <a:defRPr/>
            </a:pPr>
            <a:fld id="{EC239711-E680-4761-BF22-927A17D14566}" type="slidenum">
              <a:rPr lang="en-US" altLang="en-US"/>
              <a:pPr>
                <a:defRPr/>
              </a:pPr>
              <a:t>‹#›</a:t>
            </a:fld>
            <a:endParaRPr lang="en-US" altLang="en-US"/>
          </a:p>
        </p:txBody>
      </p:sp>
    </p:spTree>
    <p:extLst>
      <p:ext uri="{BB962C8B-B14F-4D97-AF65-F5344CB8AC3E}">
        <p14:creationId xmlns:p14="http://schemas.microsoft.com/office/powerpoint/2010/main" val="38364366"/>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0"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21" name="Body Level One…"/>
          <p:cNvSpPr txBox="1">
            <a:spLocks noGrp="1"/>
          </p:cNvSpPr>
          <p:nvPr>
            <p:ph type="body" sz="quarter" idx="1"/>
          </p:nvPr>
        </p:nvSpPr>
        <p:spPr>
          <a:xfrm>
            <a:off x="457200" y="1600200"/>
            <a:ext cx="8229600" cy="4525963"/>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 name="Slide Number">
            <a:extLst>
              <a:ext uri="{FF2B5EF4-FFF2-40B4-BE49-F238E27FC236}">
                <a16:creationId xmlns:a16="http://schemas.microsoft.com/office/drawing/2014/main" id="{A02F216F-79CC-9CBE-90D5-F0D564540622}"/>
              </a:ext>
            </a:extLst>
          </p:cNvPr>
          <p:cNvSpPr txBox="1">
            <a:spLocks noGrp="1" noChangeArrowheads="1"/>
          </p:cNvSpPr>
          <p:nvPr>
            <p:ph type="sldNum" sz="quarter" idx="10"/>
          </p:nvPr>
        </p:nvSpPr>
        <p:spPr>
          <a:ln/>
        </p:spPr>
        <p:txBody>
          <a:bodyPr/>
          <a:lstStyle>
            <a:lvl1pPr>
              <a:defRPr/>
            </a:lvl1pPr>
          </a:lstStyle>
          <a:p>
            <a:pPr>
              <a:defRPr/>
            </a:pPr>
            <a:fld id="{3FB69615-BA0A-488E-8A40-9D65C51D7ED2}" type="slidenum">
              <a:rPr lang="en-US" altLang="en-US"/>
              <a:pPr>
                <a:defRPr/>
              </a:pPr>
              <a:t>‹#›</a:t>
            </a:fld>
            <a:endParaRPr lang="en-US" altLang="en-US"/>
          </a:p>
        </p:txBody>
      </p:sp>
    </p:spTree>
    <p:extLst>
      <p:ext uri="{BB962C8B-B14F-4D97-AF65-F5344CB8AC3E}">
        <p14:creationId xmlns:p14="http://schemas.microsoft.com/office/powerpoint/2010/main" val="3540628760"/>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29" name="Title Text"/>
          <p:cNvSpPr txBox="1">
            <a:spLocks noGrp="1"/>
          </p:cNvSpPr>
          <p:nvPr>
            <p:ph type="title"/>
          </p:nvPr>
        </p:nvSpPr>
        <p:spPr>
          <a:xfrm>
            <a:off x="722312" y="4406900"/>
            <a:ext cx="7772401" cy="1362075"/>
          </a:xfrm>
          <a:prstGeom prst="rect">
            <a:avLst/>
          </a:prstGeom>
        </p:spPr>
        <p:txBody>
          <a:bodyPr anchor="t"/>
          <a:lstStyle>
            <a:lvl1pPr algn="l">
              <a:defRPr sz="4000" b="1" cap="all"/>
            </a:lvl1pPr>
          </a:lstStyle>
          <a:p>
            <a:r>
              <a:t>Title Text</a:t>
            </a:r>
          </a:p>
        </p:txBody>
      </p:sp>
      <p:sp>
        <p:nvSpPr>
          <p:cNvPr id="30" name="Body Level One…"/>
          <p:cNvSpPr txBox="1">
            <a:spLocks noGrp="1"/>
          </p:cNvSpPr>
          <p:nvPr>
            <p:ph type="body" sz="quarter" idx="1"/>
          </p:nvPr>
        </p:nvSpPr>
        <p:spPr>
          <a:xfrm>
            <a:off x="722312" y="2906713"/>
            <a:ext cx="7772401" cy="1500188"/>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2" name="Slide Number">
            <a:extLst>
              <a:ext uri="{FF2B5EF4-FFF2-40B4-BE49-F238E27FC236}">
                <a16:creationId xmlns:a16="http://schemas.microsoft.com/office/drawing/2014/main" id="{035747C3-5B5C-7FE3-B481-2BB9B8226ABB}"/>
              </a:ext>
            </a:extLst>
          </p:cNvPr>
          <p:cNvSpPr txBox="1">
            <a:spLocks noGrp="1" noChangeArrowheads="1"/>
          </p:cNvSpPr>
          <p:nvPr>
            <p:ph type="sldNum" sz="quarter" idx="10"/>
          </p:nvPr>
        </p:nvSpPr>
        <p:spPr>
          <a:ln/>
        </p:spPr>
        <p:txBody>
          <a:bodyPr/>
          <a:lstStyle>
            <a:lvl1pPr>
              <a:defRPr/>
            </a:lvl1pPr>
          </a:lstStyle>
          <a:p>
            <a:pPr>
              <a:defRPr/>
            </a:pPr>
            <a:fld id="{76697139-DA2C-4964-A228-808B7C3853BD}" type="slidenum">
              <a:rPr lang="en-US" altLang="en-US"/>
              <a:pPr>
                <a:defRPr/>
              </a:pPr>
              <a:t>‹#›</a:t>
            </a:fld>
            <a:endParaRPr lang="en-US" altLang="en-US"/>
          </a:p>
        </p:txBody>
      </p:sp>
    </p:spTree>
    <p:extLst>
      <p:ext uri="{BB962C8B-B14F-4D97-AF65-F5344CB8AC3E}">
        <p14:creationId xmlns:p14="http://schemas.microsoft.com/office/powerpoint/2010/main" val="2646619764"/>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38"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39" name="Body Level One…"/>
          <p:cNvSpPr txBox="1">
            <a:spLocks noGrp="1"/>
          </p:cNvSpPr>
          <p:nvPr>
            <p:ph type="body" sz="quarter"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r>
              <a:t>Body Level One</a:t>
            </a:r>
          </a:p>
          <a:p>
            <a:pPr lvl="1"/>
            <a:r>
              <a:t>Body Level Two</a:t>
            </a:r>
          </a:p>
          <a:p>
            <a:pPr lvl="2"/>
            <a:r>
              <a:t>Body Level Three</a:t>
            </a:r>
          </a:p>
          <a:p>
            <a:pPr lvl="3"/>
            <a:r>
              <a:t>Body Level Four</a:t>
            </a:r>
          </a:p>
          <a:p>
            <a:pPr lvl="4"/>
            <a:r>
              <a:t>Body Level Five</a:t>
            </a:r>
          </a:p>
        </p:txBody>
      </p:sp>
      <p:sp>
        <p:nvSpPr>
          <p:cNvPr id="2" name="Slide Number">
            <a:extLst>
              <a:ext uri="{FF2B5EF4-FFF2-40B4-BE49-F238E27FC236}">
                <a16:creationId xmlns:a16="http://schemas.microsoft.com/office/drawing/2014/main" id="{21432C44-E4A6-C094-1CF6-EABDAD2DC6E0}"/>
              </a:ext>
            </a:extLst>
          </p:cNvPr>
          <p:cNvSpPr txBox="1">
            <a:spLocks noGrp="1" noChangeArrowheads="1"/>
          </p:cNvSpPr>
          <p:nvPr>
            <p:ph type="sldNum" sz="quarter" idx="10"/>
          </p:nvPr>
        </p:nvSpPr>
        <p:spPr>
          <a:ln/>
        </p:spPr>
        <p:txBody>
          <a:bodyPr/>
          <a:lstStyle>
            <a:lvl1pPr>
              <a:defRPr/>
            </a:lvl1pPr>
          </a:lstStyle>
          <a:p>
            <a:pPr>
              <a:defRPr/>
            </a:pPr>
            <a:fld id="{A5AEAFE3-2A92-4EE4-931C-B20CED883B7D}" type="slidenum">
              <a:rPr lang="en-US" altLang="en-US"/>
              <a:pPr>
                <a:defRPr/>
              </a:pPr>
              <a:t>‹#›</a:t>
            </a:fld>
            <a:endParaRPr lang="en-US" altLang="en-US"/>
          </a:p>
        </p:txBody>
      </p:sp>
    </p:spTree>
    <p:extLst>
      <p:ext uri="{BB962C8B-B14F-4D97-AF65-F5344CB8AC3E}">
        <p14:creationId xmlns:p14="http://schemas.microsoft.com/office/powerpoint/2010/main" val="3404654816"/>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47"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48" name="Body Level One…"/>
          <p:cNvSpPr txBox="1">
            <a:spLocks noGrp="1"/>
          </p:cNvSpPr>
          <p:nvPr>
            <p:ph type="body" sz="quarter" idx="1"/>
          </p:nvPr>
        </p:nvSpPr>
        <p:spPr>
          <a:xfrm>
            <a:off x="457200" y="1535112"/>
            <a:ext cx="4040188" cy="639763"/>
          </a:xfrm>
          <a:prstGeom prst="rect">
            <a:avLst/>
          </a:prstGeom>
        </p:spPr>
        <p:txBody>
          <a:bodyPr anchor="b"/>
          <a:lstStyle>
            <a:lvl1pPr marL="0" indent="0">
              <a:spcBef>
                <a:spcPts val="500"/>
              </a:spcBef>
              <a:buSzTx/>
              <a:buFontTx/>
              <a:buNone/>
              <a:defRPr sz="2400" b="1"/>
            </a:lvl1pPr>
            <a:lvl2pPr marL="0" indent="457200">
              <a:spcBef>
                <a:spcPts val="500"/>
              </a:spcBef>
              <a:buSzTx/>
              <a:buFontTx/>
              <a:buNone/>
              <a:defRPr sz="2400" b="1"/>
            </a:lvl2pPr>
            <a:lvl3pPr marL="0" indent="914400">
              <a:spcBef>
                <a:spcPts val="500"/>
              </a:spcBef>
              <a:buSzTx/>
              <a:buFontTx/>
              <a:buNone/>
              <a:defRPr sz="2400" b="1"/>
            </a:lvl3pPr>
            <a:lvl4pPr marL="0" indent="1371600">
              <a:spcBef>
                <a:spcPts val="500"/>
              </a:spcBef>
              <a:buSzTx/>
              <a:buFontTx/>
              <a:buNone/>
              <a:defRPr sz="2400" b="1"/>
            </a:lvl4pPr>
            <a:lvl5pPr marL="0" indent="1828800">
              <a:spcBef>
                <a:spcPts val="500"/>
              </a:spcBef>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49" name="Text Placeholder 4"/>
          <p:cNvSpPr>
            <a:spLocks noGrp="1"/>
          </p:cNvSpPr>
          <p:nvPr>
            <p:ph type="body" sz="quarter" idx="21"/>
          </p:nvPr>
        </p:nvSpPr>
        <p:spPr>
          <a:xfrm>
            <a:off x="4645025" y="1535112"/>
            <a:ext cx="4041775" cy="639763"/>
          </a:xfrm>
          <a:prstGeom prst="rect">
            <a:avLst/>
          </a:prstGeom>
        </p:spPr>
        <p:txBody>
          <a:bodyPr anchor="b"/>
          <a:lstStyle/>
          <a:p>
            <a:endParaRPr/>
          </a:p>
        </p:txBody>
      </p:sp>
      <p:sp>
        <p:nvSpPr>
          <p:cNvPr id="2" name="Slide Number">
            <a:extLst>
              <a:ext uri="{FF2B5EF4-FFF2-40B4-BE49-F238E27FC236}">
                <a16:creationId xmlns:a16="http://schemas.microsoft.com/office/drawing/2014/main" id="{E23C797A-EBAE-1C3E-4116-090233019F14}"/>
              </a:ext>
            </a:extLst>
          </p:cNvPr>
          <p:cNvSpPr txBox="1">
            <a:spLocks noGrp="1" noChangeArrowheads="1"/>
          </p:cNvSpPr>
          <p:nvPr>
            <p:ph type="sldNum" sz="quarter" idx="22"/>
          </p:nvPr>
        </p:nvSpPr>
        <p:spPr>
          <a:ln/>
        </p:spPr>
        <p:txBody>
          <a:bodyPr/>
          <a:lstStyle>
            <a:lvl1pPr>
              <a:defRPr/>
            </a:lvl1pPr>
          </a:lstStyle>
          <a:p>
            <a:pPr>
              <a:defRPr/>
            </a:pPr>
            <a:fld id="{B4A63D1E-CE12-4B3C-A79F-025A0E702BDB}" type="slidenum">
              <a:rPr lang="en-US" altLang="en-US"/>
              <a:pPr>
                <a:defRPr/>
              </a:pPr>
              <a:t>‹#›</a:t>
            </a:fld>
            <a:endParaRPr lang="en-US" altLang="en-US"/>
          </a:p>
        </p:txBody>
      </p:sp>
    </p:spTree>
    <p:extLst>
      <p:ext uri="{BB962C8B-B14F-4D97-AF65-F5344CB8AC3E}">
        <p14:creationId xmlns:p14="http://schemas.microsoft.com/office/powerpoint/2010/main" val="577396371"/>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57"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2" name="Slide Number">
            <a:extLst>
              <a:ext uri="{FF2B5EF4-FFF2-40B4-BE49-F238E27FC236}">
                <a16:creationId xmlns:a16="http://schemas.microsoft.com/office/drawing/2014/main" id="{BE42F8A4-4B55-A84D-58F4-4BD75D3D7EFC}"/>
              </a:ext>
            </a:extLst>
          </p:cNvPr>
          <p:cNvSpPr txBox="1">
            <a:spLocks noGrp="1" noChangeArrowheads="1"/>
          </p:cNvSpPr>
          <p:nvPr>
            <p:ph type="sldNum" sz="quarter" idx="10"/>
          </p:nvPr>
        </p:nvSpPr>
        <p:spPr>
          <a:ln/>
        </p:spPr>
        <p:txBody>
          <a:bodyPr/>
          <a:lstStyle>
            <a:lvl1pPr>
              <a:defRPr/>
            </a:lvl1pPr>
          </a:lstStyle>
          <a:p>
            <a:pPr>
              <a:defRPr/>
            </a:pPr>
            <a:fld id="{DB2D9C9B-7BEA-482A-A8FD-2AA578BC9D42}" type="slidenum">
              <a:rPr lang="en-US" altLang="en-US"/>
              <a:pPr>
                <a:defRPr/>
              </a:pPr>
              <a:t>‹#›</a:t>
            </a:fld>
            <a:endParaRPr lang="en-US" altLang="en-US"/>
          </a:p>
        </p:txBody>
      </p:sp>
    </p:spTree>
    <p:extLst>
      <p:ext uri="{BB962C8B-B14F-4D97-AF65-F5344CB8AC3E}">
        <p14:creationId xmlns:p14="http://schemas.microsoft.com/office/powerpoint/2010/main" val="3981900037"/>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78F7056B-52F9-21F9-3F97-EC0FDBB51982}"/>
              </a:ext>
            </a:extLst>
          </p:cNvPr>
          <p:cNvSpPr txBox="1">
            <a:spLocks noGrp="1" noChangeArrowheads="1"/>
          </p:cNvSpPr>
          <p:nvPr>
            <p:ph type="sldNum" sz="quarter" idx="10"/>
          </p:nvPr>
        </p:nvSpPr>
        <p:spPr>
          <a:ln/>
        </p:spPr>
        <p:txBody>
          <a:bodyPr/>
          <a:lstStyle>
            <a:lvl1pPr>
              <a:defRPr/>
            </a:lvl1pPr>
          </a:lstStyle>
          <a:p>
            <a:pPr>
              <a:defRPr/>
            </a:pPr>
            <a:fld id="{B752A873-5F30-4B69-A030-94DBF764DA21}" type="slidenum">
              <a:rPr lang="en-US" altLang="en-US"/>
              <a:pPr>
                <a:defRPr/>
              </a:pPr>
              <a:t>‹#›</a:t>
            </a:fld>
            <a:endParaRPr lang="en-US" altLang="en-US"/>
          </a:p>
        </p:txBody>
      </p:sp>
    </p:spTree>
    <p:extLst>
      <p:ext uri="{BB962C8B-B14F-4D97-AF65-F5344CB8AC3E}">
        <p14:creationId xmlns:p14="http://schemas.microsoft.com/office/powerpoint/2010/main" val="3959840704"/>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72" name="Title Text"/>
          <p:cNvSpPr txBox="1">
            <a:spLocks noGrp="1"/>
          </p:cNvSpPr>
          <p:nvPr>
            <p:ph type="title"/>
          </p:nvPr>
        </p:nvSpPr>
        <p:spPr>
          <a:xfrm>
            <a:off x="457200" y="273050"/>
            <a:ext cx="3008314" cy="1162050"/>
          </a:xfrm>
          <a:prstGeom prst="rect">
            <a:avLst/>
          </a:prstGeom>
        </p:spPr>
        <p:txBody>
          <a:bodyPr anchor="b"/>
          <a:lstStyle>
            <a:lvl1pPr algn="l">
              <a:defRPr sz="2000" b="1"/>
            </a:lvl1pPr>
          </a:lstStyle>
          <a:p>
            <a:r>
              <a:t>Title Text</a:t>
            </a:r>
          </a:p>
        </p:txBody>
      </p:sp>
      <p:sp>
        <p:nvSpPr>
          <p:cNvPr id="73" name="Body Level One…"/>
          <p:cNvSpPr txBox="1">
            <a:spLocks noGrp="1"/>
          </p:cNvSpPr>
          <p:nvPr>
            <p:ph type="body" sz="quarter" idx="1"/>
          </p:nvPr>
        </p:nvSpPr>
        <p:spPr>
          <a:xfrm>
            <a:off x="3575050" y="273050"/>
            <a:ext cx="5111750" cy="5853113"/>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4" name="Text Placeholder 3"/>
          <p:cNvSpPr>
            <a:spLocks noGrp="1"/>
          </p:cNvSpPr>
          <p:nvPr>
            <p:ph type="body" sz="quarter" idx="21"/>
          </p:nvPr>
        </p:nvSpPr>
        <p:spPr>
          <a:xfrm>
            <a:off x="457199" y="1435100"/>
            <a:ext cx="3008315" cy="4691063"/>
          </a:xfrm>
          <a:prstGeom prst="rect">
            <a:avLst/>
          </a:prstGeom>
        </p:spPr>
        <p:txBody>
          <a:bodyPr/>
          <a:lstStyle/>
          <a:p>
            <a:endParaRPr/>
          </a:p>
        </p:txBody>
      </p:sp>
      <p:sp>
        <p:nvSpPr>
          <p:cNvPr id="2" name="Slide Number">
            <a:extLst>
              <a:ext uri="{FF2B5EF4-FFF2-40B4-BE49-F238E27FC236}">
                <a16:creationId xmlns:a16="http://schemas.microsoft.com/office/drawing/2014/main" id="{D2D72192-D8C3-2484-3C8C-6EB82323596D}"/>
              </a:ext>
            </a:extLst>
          </p:cNvPr>
          <p:cNvSpPr txBox="1">
            <a:spLocks noGrp="1" noChangeArrowheads="1"/>
          </p:cNvSpPr>
          <p:nvPr>
            <p:ph type="sldNum" sz="quarter" idx="22"/>
          </p:nvPr>
        </p:nvSpPr>
        <p:spPr>
          <a:ln/>
        </p:spPr>
        <p:txBody>
          <a:bodyPr/>
          <a:lstStyle>
            <a:lvl1pPr>
              <a:defRPr/>
            </a:lvl1pPr>
          </a:lstStyle>
          <a:p>
            <a:pPr>
              <a:defRPr/>
            </a:pPr>
            <a:fld id="{93C9EFED-4C78-4F53-8C46-DD711D865963}" type="slidenum">
              <a:rPr lang="en-US" altLang="en-US"/>
              <a:pPr>
                <a:defRPr/>
              </a:pPr>
              <a:t>‹#›</a:t>
            </a:fld>
            <a:endParaRPr lang="en-US" altLang="en-US"/>
          </a:p>
        </p:txBody>
      </p:sp>
    </p:spTree>
    <p:extLst>
      <p:ext uri="{BB962C8B-B14F-4D97-AF65-F5344CB8AC3E}">
        <p14:creationId xmlns:p14="http://schemas.microsoft.com/office/powerpoint/2010/main" val="271375355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82" name="Title Text"/>
          <p:cNvSpPr txBox="1">
            <a:spLocks noGrp="1"/>
          </p:cNvSpPr>
          <p:nvPr>
            <p:ph type="title"/>
          </p:nvPr>
        </p:nvSpPr>
        <p:spPr>
          <a:xfrm>
            <a:off x="1792288" y="4800600"/>
            <a:ext cx="5486401" cy="566738"/>
          </a:xfrm>
          <a:prstGeom prst="rect">
            <a:avLst/>
          </a:prstGeom>
        </p:spPr>
        <p:txBody>
          <a:bodyPr anchor="b"/>
          <a:lstStyle>
            <a:lvl1pPr algn="l">
              <a:defRPr sz="2000" b="1"/>
            </a:lvl1pPr>
          </a:lstStyle>
          <a:p>
            <a:r>
              <a:t>Title Text</a:t>
            </a:r>
          </a:p>
        </p:txBody>
      </p:sp>
      <p:sp>
        <p:nvSpPr>
          <p:cNvPr id="83" name="Picture Placeholder 2"/>
          <p:cNvSpPr>
            <a:spLocks noGrp="1"/>
          </p:cNvSpPr>
          <p:nvPr>
            <p:ph type="pic" sz="quarter" idx="21"/>
          </p:nvPr>
        </p:nvSpPr>
        <p:spPr>
          <a:xfrm>
            <a:off x="1792288" y="612775"/>
            <a:ext cx="5486401" cy="4114800"/>
          </a:xfrm>
          <a:prstGeom prst="rect">
            <a:avLst/>
          </a:prstGeom>
        </p:spPr>
        <p:txBody>
          <a:bodyPr lIns="91439" rIns="91439">
            <a:noAutofit/>
          </a:bodyPr>
          <a:lstStyle/>
          <a:p>
            <a:pPr lvl="0"/>
            <a:endParaRPr noProof="0">
              <a:sym typeface="Calibri"/>
            </a:endParaRPr>
          </a:p>
        </p:txBody>
      </p:sp>
      <p:sp>
        <p:nvSpPr>
          <p:cNvPr id="84" name="Body Level One…"/>
          <p:cNvSpPr txBox="1">
            <a:spLocks noGrp="1"/>
          </p:cNvSpPr>
          <p:nvPr>
            <p:ph type="body" sz="quarter" idx="1"/>
          </p:nvPr>
        </p:nvSpPr>
        <p:spPr>
          <a:xfrm>
            <a:off x="1792288" y="5367337"/>
            <a:ext cx="5486401" cy="804863"/>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r>
              <a:t>Body Level One</a:t>
            </a:r>
          </a:p>
          <a:p>
            <a:pPr lvl="1"/>
            <a:r>
              <a:t>Body Level Two</a:t>
            </a:r>
          </a:p>
          <a:p>
            <a:pPr lvl="2"/>
            <a:r>
              <a:t>Body Level Three</a:t>
            </a:r>
          </a:p>
          <a:p>
            <a:pPr lvl="3"/>
            <a:r>
              <a:t>Body Level Four</a:t>
            </a:r>
          </a:p>
          <a:p>
            <a:pPr lvl="4"/>
            <a:r>
              <a:t>Body Level Five</a:t>
            </a:r>
          </a:p>
        </p:txBody>
      </p:sp>
      <p:sp>
        <p:nvSpPr>
          <p:cNvPr id="2" name="Slide Number">
            <a:extLst>
              <a:ext uri="{FF2B5EF4-FFF2-40B4-BE49-F238E27FC236}">
                <a16:creationId xmlns:a16="http://schemas.microsoft.com/office/drawing/2014/main" id="{BAC93D97-537D-A006-F7FB-64E2DC9E5218}"/>
              </a:ext>
            </a:extLst>
          </p:cNvPr>
          <p:cNvSpPr txBox="1">
            <a:spLocks noGrp="1" noChangeArrowheads="1"/>
          </p:cNvSpPr>
          <p:nvPr>
            <p:ph type="sldNum" sz="quarter" idx="22"/>
          </p:nvPr>
        </p:nvSpPr>
        <p:spPr>
          <a:ln/>
        </p:spPr>
        <p:txBody>
          <a:bodyPr/>
          <a:lstStyle>
            <a:lvl1pPr>
              <a:defRPr/>
            </a:lvl1pPr>
          </a:lstStyle>
          <a:p>
            <a:pPr>
              <a:defRPr/>
            </a:pPr>
            <a:fld id="{AD4F1844-886A-4BBE-AFE2-A577B44591FA}" type="slidenum">
              <a:rPr lang="en-US" altLang="en-US"/>
              <a:pPr>
                <a:defRPr/>
              </a:pPr>
              <a:t>‹#›</a:t>
            </a:fld>
            <a:endParaRPr lang="en-US" altLang="en-US"/>
          </a:p>
        </p:txBody>
      </p:sp>
    </p:spTree>
    <p:extLst>
      <p:ext uri="{BB962C8B-B14F-4D97-AF65-F5344CB8AC3E}">
        <p14:creationId xmlns:p14="http://schemas.microsoft.com/office/powerpoint/2010/main" val="3035414130"/>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Title Text">
            <a:extLst>
              <a:ext uri="{FF2B5EF4-FFF2-40B4-BE49-F238E27FC236}">
                <a16:creationId xmlns:a16="http://schemas.microsoft.com/office/drawing/2014/main" id="{ABC80E63-1BD9-8BA2-E85E-57D09ACCCE73}"/>
              </a:ext>
            </a:extLst>
          </p:cNvPr>
          <p:cNvSpPr txBox="1">
            <a:spLocks noGrp="1" noChangeArrowheads="1"/>
          </p:cNvSpPr>
          <p:nvPr>
            <p:ph type="title"/>
          </p:nvPr>
        </p:nvSpPr>
        <p:spPr bwMode="auto">
          <a:xfrm>
            <a:off x="914400" y="138113"/>
            <a:ext cx="16459200" cy="226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vert="horz" wrap="square" lIns="45719" tIns="45720" rIns="45719" bIns="45720" numCol="1" anchor="ctr" anchorCtr="0" compatLnSpc="1">
            <a:prstTxWarp prst="textNoShape">
              <a:avLst/>
            </a:prstTxWarp>
          </a:bodyPr>
          <a:lstStyle/>
          <a:p>
            <a:pPr lvl="0"/>
            <a:r>
              <a:rPr lang="en-US" altLang="en-US">
                <a:sym typeface="Calibri" panose="020F0502020204030204" pitchFamily="34" charset="0"/>
              </a:rPr>
              <a:t>Title Text</a:t>
            </a:r>
          </a:p>
        </p:txBody>
      </p:sp>
      <p:sp>
        <p:nvSpPr>
          <p:cNvPr id="1027" name="Body Level One…">
            <a:extLst>
              <a:ext uri="{FF2B5EF4-FFF2-40B4-BE49-F238E27FC236}">
                <a16:creationId xmlns:a16="http://schemas.microsoft.com/office/drawing/2014/main" id="{633527B5-BD4C-511F-7B92-F3AC7EEA6129}"/>
              </a:ext>
            </a:extLst>
          </p:cNvPr>
          <p:cNvSpPr txBox="1">
            <a:spLocks noGrp="1" noChangeArrowheads="1"/>
          </p:cNvSpPr>
          <p:nvPr>
            <p:ph type="body" idx="1"/>
          </p:nvPr>
        </p:nvSpPr>
        <p:spPr bwMode="auto">
          <a:xfrm>
            <a:off x="914400" y="2400300"/>
            <a:ext cx="16459200" cy="788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vert="horz" wrap="square" lIns="45719" tIns="45720" rIns="45719" bIns="45720" numCol="1" anchor="t" anchorCtr="0" compatLnSpc="1">
            <a:prstTxWarp prst="textNoShape">
              <a:avLst/>
            </a:prstTxWarp>
          </a:bodyPr>
          <a:lstStyle/>
          <a:p>
            <a:pPr lvl="0"/>
            <a:r>
              <a:rPr lang="en-US" altLang="en-US">
                <a:sym typeface="Calibri" panose="020F0502020204030204" pitchFamily="34" charset="0"/>
              </a:rPr>
              <a:t>Body Level One</a:t>
            </a:r>
          </a:p>
          <a:p>
            <a:pPr lvl="1"/>
            <a:r>
              <a:rPr lang="en-US" altLang="en-US">
                <a:sym typeface="Calibri" panose="020F0502020204030204" pitchFamily="34" charset="0"/>
              </a:rPr>
              <a:t>Body Level Two</a:t>
            </a:r>
          </a:p>
          <a:p>
            <a:pPr lvl="2"/>
            <a:r>
              <a:rPr lang="en-US" altLang="en-US">
                <a:sym typeface="Calibri" panose="020F0502020204030204" pitchFamily="34" charset="0"/>
              </a:rPr>
              <a:t>Body Level Three</a:t>
            </a:r>
          </a:p>
          <a:p>
            <a:pPr lvl="3"/>
            <a:r>
              <a:rPr lang="en-US" altLang="en-US">
                <a:sym typeface="Calibri" panose="020F0502020204030204" pitchFamily="34" charset="0"/>
              </a:rPr>
              <a:t>Body Level Four</a:t>
            </a:r>
          </a:p>
          <a:p>
            <a:pPr lvl="4"/>
            <a:r>
              <a:rPr lang="en-US" altLang="en-US">
                <a:sym typeface="Calibri" panose="020F0502020204030204" pitchFamily="34" charset="0"/>
              </a:rPr>
              <a:t>Body Level Five</a:t>
            </a:r>
          </a:p>
        </p:txBody>
      </p:sp>
      <p:sp>
        <p:nvSpPr>
          <p:cNvPr id="1028" name="Slide Number">
            <a:extLst>
              <a:ext uri="{FF2B5EF4-FFF2-40B4-BE49-F238E27FC236}">
                <a16:creationId xmlns:a16="http://schemas.microsoft.com/office/drawing/2014/main" id="{F2DC3FFE-5F56-4562-F61A-89F9FB67706A}"/>
              </a:ext>
            </a:extLst>
          </p:cNvPr>
          <p:cNvSpPr txBox="1">
            <a:spLocks noGrp="1" noChangeArrowheads="1"/>
          </p:cNvSpPr>
          <p:nvPr>
            <p:ph type="sldNum" sz="quarter" idx="2"/>
          </p:nvPr>
        </p:nvSpPr>
        <p:spPr bwMode="auto">
          <a:xfrm>
            <a:off x="8428038" y="6415088"/>
            <a:ext cx="258762" cy="247650"/>
          </a:xfrm>
          <a:prstGeom prst="rect">
            <a:avLst/>
          </a:prstGeom>
          <a:noFill/>
          <a:ln>
            <a:noFill/>
          </a:ln>
        </p:spPr>
        <p:txBody>
          <a:bodyPr vert="horz" wrap="none" lIns="45719" tIns="45720" rIns="45719" bIns="45720" numCol="1" anchor="ctr" anchorCtr="0" compatLnSpc="1">
            <a:prstTxWarp prst="textNoShape">
              <a:avLst/>
            </a:prstTxWarp>
            <a:spAutoFit/>
          </a:bodyPr>
          <a:lstStyle>
            <a:lvl1pPr algn="r" eaLnBrk="1">
              <a:defRPr sz="1200">
                <a:solidFill>
                  <a:srgbClr val="888888"/>
                </a:solidFill>
                <a:cs typeface="Calibri" panose="020F0502020204030204" pitchFamily="34" charset="0"/>
              </a:defRPr>
            </a:lvl1pPr>
          </a:lstStyle>
          <a:p>
            <a:pPr>
              <a:defRPr/>
            </a:pPr>
            <a:fld id="{DA0DF290-B51F-47C0-BEAD-C91EE9FA4922}"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med"/>
  <p:txStyles>
    <p:titleStyle>
      <a:lvl1pPr algn="ctr" rtl="0" eaLnBrk="0" fontAlgn="base" hangingPunct="0">
        <a:spcBef>
          <a:spcPct val="0"/>
        </a:spcBef>
        <a:spcAft>
          <a:spcPct val="0"/>
        </a:spcAft>
        <a:defRPr sz="4400">
          <a:solidFill>
            <a:srgbClr val="000000"/>
          </a:solidFill>
          <a:latin typeface="+mj-lt"/>
          <a:ea typeface="+mj-ea"/>
          <a:cs typeface="+mj-cs"/>
          <a:sym typeface="Calibri" panose="020F0502020204030204" pitchFamily="34" charset="0"/>
        </a:defRPr>
      </a:lvl1pPr>
      <a:lvl2pPr algn="ctr" rtl="0" eaLnBrk="0" fontAlgn="base" hangingPunct="0">
        <a:spcBef>
          <a:spcPct val="0"/>
        </a:spcBef>
        <a:spcAft>
          <a:spcPct val="0"/>
        </a:spcAft>
        <a:defRPr sz="4400">
          <a:solidFill>
            <a:srgbClr val="000000"/>
          </a:solidFill>
          <a:latin typeface="+mj-lt"/>
          <a:ea typeface="+mj-ea"/>
          <a:cs typeface="+mj-cs"/>
          <a:sym typeface="Calibri" panose="020F0502020204030204" pitchFamily="34" charset="0"/>
        </a:defRPr>
      </a:lvl2pPr>
      <a:lvl3pPr algn="ctr" rtl="0" eaLnBrk="0" fontAlgn="base" hangingPunct="0">
        <a:spcBef>
          <a:spcPct val="0"/>
        </a:spcBef>
        <a:spcAft>
          <a:spcPct val="0"/>
        </a:spcAft>
        <a:defRPr sz="4400">
          <a:solidFill>
            <a:srgbClr val="000000"/>
          </a:solidFill>
          <a:latin typeface="+mj-lt"/>
          <a:ea typeface="+mj-ea"/>
          <a:cs typeface="+mj-cs"/>
          <a:sym typeface="Calibri" panose="020F0502020204030204" pitchFamily="34" charset="0"/>
        </a:defRPr>
      </a:lvl3pPr>
      <a:lvl4pPr algn="ctr" rtl="0" eaLnBrk="0" fontAlgn="base" hangingPunct="0">
        <a:spcBef>
          <a:spcPct val="0"/>
        </a:spcBef>
        <a:spcAft>
          <a:spcPct val="0"/>
        </a:spcAft>
        <a:defRPr sz="4400">
          <a:solidFill>
            <a:srgbClr val="000000"/>
          </a:solidFill>
          <a:latin typeface="+mj-lt"/>
          <a:ea typeface="+mj-ea"/>
          <a:cs typeface="+mj-cs"/>
          <a:sym typeface="Calibri" panose="020F0502020204030204" pitchFamily="34" charset="0"/>
        </a:defRPr>
      </a:lvl4pPr>
      <a:lvl5pPr algn="ctr" rtl="0" eaLnBrk="0" fontAlgn="base" hangingPunct="0">
        <a:spcBef>
          <a:spcPct val="0"/>
        </a:spcBef>
        <a:spcAft>
          <a:spcPct val="0"/>
        </a:spcAft>
        <a:defRPr sz="4400">
          <a:solidFill>
            <a:srgbClr val="000000"/>
          </a:solidFill>
          <a:latin typeface="+mj-lt"/>
          <a:ea typeface="+mj-ea"/>
          <a:cs typeface="+mj-cs"/>
          <a:sym typeface="Calibri" panose="020F0502020204030204" pitchFamily="34" charset="0"/>
        </a:defRPr>
      </a:lvl5pPr>
      <a:lvl6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6pPr>
      <a:lvl7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7pPr>
      <a:lvl8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8pPr>
      <a:lvl9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j-lt"/>
          <a:ea typeface="+mj-ea"/>
          <a:cs typeface="+mj-cs"/>
          <a:sym typeface="Calibri"/>
        </a:defRPr>
      </a:lvl9pPr>
    </p:titleStyle>
    <p:bodyStyle>
      <a:lvl1pPr marL="342900" indent="-342900" algn="l" rtl="0" eaLnBrk="0" fontAlgn="base" hangingPunct="0">
        <a:spcBef>
          <a:spcPts val="700"/>
        </a:spcBef>
        <a:spcAft>
          <a:spcPct val="0"/>
        </a:spcAft>
        <a:buSzPct val="100000"/>
        <a:buFont typeface="Arial" panose="020B0604020202020204" pitchFamily="34" charset="0"/>
        <a:buChar char="•"/>
        <a:defRPr sz="3200">
          <a:solidFill>
            <a:srgbClr val="000000"/>
          </a:solidFill>
          <a:latin typeface="+mj-lt"/>
          <a:ea typeface="+mj-ea"/>
          <a:cs typeface="+mj-cs"/>
          <a:sym typeface="Calibri" panose="020F0502020204030204" pitchFamily="34" charset="0"/>
        </a:defRPr>
      </a:lvl1pPr>
      <a:lvl2pPr marL="782638" indent="-325438" algn="l" rtl="0" eaLnBrk="0" fontAlgn="base" hangingPunct="0">
        <a:spcBef>
          <a:spcPts val="700"/>
        </a:spcBef>
        <a:spcAft>
          <a:spcPct val="0"/>
        </a:spcAft>
        <a:buSzPct val="100000"/>
        <a:buFont typeface="Arial" panose="020B0604020202020204" pitchFamily="34" charset="0"/>
        <a:buChar char="–"/>
        <a:defRPr sz="3200">
          <a:solidFill>
            <a:srgbClr val="000000"/>
          </a:solidFill>
          <a:latin typeface="+mj-lt"/>
          <a:ea typeface="+mj-ea"/>
          <a:cs typeface="+mj-cs"/>
          <a:sym typeface="Calibri" panose="020F0502020204030204" pitchFamily="34" charset="0"/>
        </a:defRPr>
      </a:lvl2pPr>
      <a:lvl3pPr marL="1219200" indent="-304800" algn="l" rtl="0" eaLnBrk="0" fontAlgn="base" hangingPunct="0">
        <a:spcBef>
          <a:spcPts val="700"/>
        </a:spcBef>
        <a:spcAft>
          <a:spcPct val="0"/>
        </a:spcAft>
        <a:buSzPct val="100000"/>
        <a:buFont typeface="Arial" panose="020B0604020202020204" pitchFamily="34" charset="0"/>
        <a:buChar char="•"/>
        <a:defRPr sz="3200">
          <a:solidFill>
            <a:srgbClr val="000000"/>
          </a:solidFill>
          <a:latin typeface="+mj-lt"/>
          <a:ea typeface="+mj-ea"/>
          <a:cs typeface="+mj-cs"/>
          <a:sym typeface="Calibri" panose="020F0502020204030204" pitchFamily="34" charset="0"/>
        </a:defRPr>
      </a:lvl3pPr>
      <a:lvl4pPr marL="1736725" indent="-365125" algn="l" rtl="0" eaLnBrk="0" fontAlgn="base" hangingPunct="0">
        <a:spcBef>
          <a:spcPts val="700"/>
        </a:spcBef>
        <a:spcAft>
          <a:spcPct val="0"/>
        </a:spcAft>
        <a:buSzPct val="100000"/>
        <a:buFont typeface="Arial" panose="020B0604020202020204" pitchFamily="34" charset="0"/>
        <a:buChar char="–"/>
        <a:defRPr sz="3200">
          <a:solidFill>
            <a:srgbClr val="000000"/>
          </a:solidFill>
          <a:latin typeface="+mj-lt"/>
          <a:ea typeface="+mj-ea"/>
          <a:cs typeface="+mj-cs"/>
          <a:sym typeface="Calibri" panose="020F0502020204030204" pitchFamily="34" charset="0"/>
        </a:defRPr>
      </a:lvl4pPr>
      <a:lvl5pPr marL="2193925" indent="-365125" algn="l" rtl="0" eaLnBrk="0" fontAlgn="base" hangingPunct="0">
        <a:spcBef>
          <a:spcPts val="700"/>
        </a:spcBef>
        <a:spcAft>
          <a:spcPct val="0"/>
        </a:spcAft>
        <a:buSzPct val="100000"/>
        <a:buFont typeface="Arial" panose="020B0604020202020204" pitchFamily="34" charset="0"/>
        <a:buChar char="»"/>
        <a:defRPr sz="3200">
          <a:solidFill>
            <a:srgbClr val="000000"/>
          </a:solidFill>
          <a:latin typeface="+mj-lt"/>
          <a:ea typeface="+mj-ea"/>
          <a:cs typeface="+mj-cs"/>
          <a:sym typeface="Calibri" panose="020F0502020204030204" pitchFamily="34" charset="0"/>
        </a:defRPr>
      </a:lvl5pPr>
      <a:lvl6pPr marL="26517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074" name="Freeform 11">
            <a:extLst>
              <a:ext uri="{FF2B5EF4-FFF2-40B4-BE49-F238E27FC236}">
                <a16:creationId xmlns:a16="http://schemas.microsoft.com/office/drawing/2014/main" id="{383DE7C9-13B0-2B5F-EC68-646A40FD6C3E}"/>
              </a:ext>
            </a:extLst>
          </p:cNvPr>
          <p:cNvSpPr>
            <a:spLocks noChangeArrowheads="1"/>
          </p:cNvSpPr>
          <p:nvPr/>
        </p:nvSpPr>
        <p:spPr bwMode="auto">
          <a:xfrm>
            <a:off x="11761788" y="-9632950"/>
            <a:ext cx="10995025" cy="10995025"/>
          </a:xfrm>
          <a:prstGeom prst="ellipse">
            <a:avLst/>
          </a:prstGeom>
          <a:noFill/>
          <a:ln w="514350" cap="sq">
            <a:solidFill>
              <a:srgbClr val="FD6220">
                <a:alpha val="11765"/>
              </a:srgbClr>
            </a:solidFill>
            <a:miter lim="800000"/>
            <a:headEnd/>
            <a:tailEnd/>
          </a:ln>
          <a:extLst>
            <a:ext uri="{909E8E84-426E-40DD-AFC4-6F175D3DCCD1}">
              <a14:hiddenFill xmlns:a14="http://schemas.microsoft.com/office/drawing/2010/main">
                <a:solidFill>
                  <a:srgbClr val="FFFFFF"/>
                </a:solidFill>
              </a14:hiddenFill>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3075" name="Freeform 20">
            <a:extLst>
              <a:ext uri="{FF2B5EF4-FFF2-40B4-BE49-F238E27FC236}">
                <a16:creationId xmlns:a16="http://schemas.microsoft.com/office/drawing/2014/main" id="{68614414-9940-D4B5-E1A4-F0FCDFEEF36D}"/>
              </a:ext>
            </a:extLst>
          </p:cNvPr>
          <p:cNvSpPr>
            <a:spLocks noChangeArrowheads="1"/>
          </p:cNvSpPr>
          <p:nvPr/>
        </p:nvSpPr>
        <p:spPr bwMode="auto">
          <a:xfrm>
            <a:off x="-9966325" y="-1382713"/>
            <a:ext cx="10995025" cy="10993438"/>
          </a:xfrm>
          <a:prstGeom prst="ellipse">
            <a:avLst/>
          </a:prstGeom>
          <a:noFill/>
          <a:ln w="514350" cap="sq">
            <a:solidFill>
              <a:srgbClr val="FD6220">
                <a:alpha val="11765"/>
              </a:srgbClr>
            </a:solidFill>
            <a:miter lim="800000"/>
            <a:headEnd/>
            <a:tailEnd/>
          </a:ln>
          <a:extLst>
            <a:ext uri="{909E8E84-426E-40DD-AFC4-6F175D3DCCD1}">
              <a14:hiddenFill xmlns:a14="http://schemas.microsoft.com/office/drawing/2010/main">
                <a:solidFill>
                  <a:srgbClr val="FFFFFF"/>
                </a:solidFill>
              </a14:hiddenFill>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pic>
        <p:nvPicPr>
          <p:cNvPr id="3076" name="Picture 22" descr="Picture 22">
            <a:extLst>
              <a:ext uri="{FF2B5EF4-FFF2-40B4-BE49-F238E27FC236}">
                <a16:creationId xmlns:a16="http://schemas.microsoft.com/office/drawing/2014/main" id="{928BF39F-388C-FB3D-9EDE-76B29ACC7F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0350" y="196850"/>
            <a:ext cx="4752975" cy="136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3077" name="TextBox 23">
            <a:extLst>
              <a:ext uri="{FF2B5EF4-FFF2-40B4-BE49-F238E27FC236}">
                <a16:creationId xmlns:a16="http://schemas.microsoft.com/office/drawing/2014/main" id="{049A0A6D-DF43-C92D-7911-E4F3EEA24470}"/>
              </a:ext>
            </a:extLst>
          </p:cNvPr>
          <p:cNvSpPr txBox="1">
            <a:spLocks noChangeArrowheads="1"/>
          </p:cNvSpPr>
          <p:nvPr/>
        </p:nvSpPr>
        <p:spPr bwMode="auto">
          <a:xfrm>
            <a:off x="1404938" y="1608138"/>
            <a:ext cx="15835312" cy="154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r>
              <a:rPr lang="en-US" altLang="en-US" sz="3200">
                <a:latin typeface="Cambria" panose="02040503050406030204" pitchFamily="18" charset="0"/>
                <a:sym typeface="Cambria" panose="02040503050406030204" pitchFamily="18" charset="0"/>
              </a:rPr>
              <a:t>Vel Tech Rangarajan Dr. Sagunthala R&amp;D Institute of Science and Technology</a:t>
            </a:r>
          </a:p>
          <a:p>
            <a:pPr algn="ctr" eaLnBrk="1"/>
            <a:r>
              <a:rPr lang="en-US" altLang="en-US" sz="3600">
                <a:latin typeface="Cambria" panose="02040503050406030204" pitchFamily="18" charset="0"/>
                <a:sym typeface="Cambria" panose="02040503050406030204" pitchFamily="18" charset="0"/>
              </a:rPr>
              <a:t>School of Computing </a:t>
            </a:r>
          </a:p>
          <a:p>
            <a:pPr algn="ctr" eaLnBrk="1"/>
            <a:r>
              <a:rPr lang="en-US" altLang="en-US" sz="3200">
                <a:latin typeface="Cambria" panose="02040503050406030204" pitchFamily="18" charset="0"/>
                <a:sym typeface="Cambria" panose="02040503050406030204" pitchFamily="18" charset="0"/>
              </a:rPr>
              <a:t>Department of Computer Science and Engineering</a:t>
            </a:r>
          </a:p>
        </p:txBody>
      </p:sp>
      <p:sp>
        <p:nvSpPr>
          <p:cNvPr id="3078" name="TextBox 25">
            <a:extLst>
              <a:ext uri="{FF2B5EF4-FFF2-40B4-BE49-F238E27FC236}">
                <a16:creationId xmlns:a16="http://schemas.microsoft.com/office/drawing/2014/main" id="{444D08B8-3F71-8C91-01AB-C0B3A66D3C1F}"/>
              </a:ext>
            </a:extLst>
          </p:cNvPr>
          <p:cNvSpPr txBox="1">
            <a:spLocks noChangeArrowheads="1"/>
          </p:cNvSpPr>
          <p:nvPr/>
        </p:nvSpPr>
        <p:spPr bwMode="auto">
          <a:xfrm>
            <a:off x="1738313" y="3271838"/>
            <a:ext cx="15168562"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r>
              <a:rPr lang="en-US" altLang="en-US" sz="2800" b="1">
                <a:solidFill>
                  <a:srgbClr val="0033CC"/>
                </a:solidFill>
                <a:latin typeface="Bookman Old Style" panose="02050604050505020204" pitchFamily="18" charset="0"/>
                <a:sym typeface="Bookman Old Style" panose="02050604050505020204" pitchFamily="18" charset="0"/>
              </a:rPr>
              <a:t>10211CS224 / FULL STACK APPLICATION DEVELOPMENT (JAVA)</a:t>
            </a:r>
          </a:p>
        </p:txBody>
      </p:sp>
      <p:sp>
        <p:nvSpPr>
          <p:cNvPr id="3079" name="TextBox 26">
            <a:extLst>
              <a:ext uri="{FF2B5EF4-FFF2-40B4-BE49-F238E27FC236}">
                <a16:creationId xmlns:a16="http://schemas.microsoft.com/office/drawing/2014/main" id="{1A9C8D13-6BEF-0EBC-266C-1949CBD46E9F}"/>
              </a:ext>
            </a:extLst>
          </p:cNvPr>
          <p:cNvSpPr txBox="1">
            <a:spLocks noChangeArrowheads="1"/>
          </p:cNvSpPr>
          <p:nvPr/>
        </p:nvSpPr>
        <p:spPr bwMode="auto">
          <a:xfrm>
            <a:off x="3773488" y="3897313"/>
            <a:ext cx="11098212"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r>
              <a:rPr lang="en-US" altLang="en-US" sz="3600" b="1" dirty="0">
                <a:solidFill>
                  <a:srgbClr val="C00000"/>
                </a:solidFill>
                <a:latin typeface="Arial" panose="020B0604020202020204" pitchFamily="34" charset="0"/>
                <a:cs typeface="Arial" panose="020B0604020202020204" pitchFamily="34" charset="0"/>
                <a:sym typeface="Arial" panose="020B0604020202020204" pitchFamily="34" charset="0"/>
              </a:rPr>
              <a:t>END SEMESTER PROJECT REVIEW</a:t>
            </a:r>
          </a:p>
          <a:p>
            <a:pPr algn="ctr" eaLnBrk="1"/>
            <a:endParaRPr lang="en-US" altLang="en-US" sz="3600" b="1" dirty="0">
              <a:solidFill>
                <a:srgbClr val="C00000"/>
              </a:solidFill>
              <a:latin typeface="Arial" panose="020B0604020202020204" pitchFamily="34" charset="0"/>
              <a:cs typeface="Arial" panose="020B0604020202020204" pitchFamily="34" charset="0"/>
              <a:sym typeface="Arial" panose="020B0604020202020204" pitchFamily="34" charset="0"/>
            </a:endParaRPr>
          </a:p>
          <a:p>
            <a:pPr algn="ctr" eaLnBrk="1"/>
            <a:r>
              <a:rPr lang="en-US" altLang="en-US" sz="3600" b="1" dirty="0">
                <a:solidFill>
                  <a:srgbClr val="C00000"/>
                </a:solidFill>
                <a:latin typeface="Arial" panose="020B0604020202020204" pitchFamily="34" charset="0"/>
                <a:cs typeface="Arial" panose="020B0604020202020204" pitchFamily="34" charset="0"/>
                <a:sym typeface="Arial" panose="020B0604020202020204" pitchFamily="34" charset="0"/>
              </a:rPr>
              <a:t>Date: 06-05-2026</a:t>
            </a:r>
          </a:p>
        </p:txBody>
      </p:sp>
      <p:sp>
        <p:nvSpPr>
          <p:cNvPr id="3080" name="TextBox 12">
            <a:extLst>
              <a:ext uri="{FF2B5EF4-FFF2-40B4-BE49-F238E27FC236}">
                <a16:creationId xmlns:a16="http://schemas.microsoft.com/office/drawing/2014/main" id="{734E7C2A-FCE1-90D0-5733-083AB478EC91}"/>
              </a:ext>
            </a:extLst>
          </p:cNvPr>
          <p:cNvSpPr txBox="1">
            <a:spLocks noChangeArrowheads="1"/>
          </p:cNvSpPr>
          <p:nvPr/>
        </p:nvSpPr>
        <p:spPr bwMode="auto">
          <a:xfrm>
            <a:off x="1547813" y="6057900"/>
            <a:ext cx="156924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r>
              <a:rPr lang="en-US" altLang="en-US" sz="3200" b="1">
                <a:solidFill>
                  <a:srgbClr val="0033CC"/>
                </a:solidFill>
                <a:latin typeface="Times New Roman" panose="02020603050405020304" pitchFamily="18" charset="0"/>
                <a:cs typeface="Times New Roman" panose="02020603050405020304" pitchFamily="18" charset="0"/>
                <a:sym typeface="Times New Roman" panose="02020603050405020304" pitchFamily="18" charset="0"/>
              </a:rPr>
              <a:t> </a:t>
            </a:r>
            <a:r>
              <a:rPr lang="en-US" altLang="en-US" sz="3200" b="1">
                <a:latin typeface="Times New Roman" panose="02020603050405020304" pitchFamily="18" charset="0"/>
              </a:rPr>
              <a:t> Ticket Booking of an Internal Department Event</a:t>
            </a:r>
            <a:endParaRPr lang="en-US" altLang="en-US" sz="3200" b="1">
              <a:solidFill>
                <a:srgbClr val="0033CC"/>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081" name="TextBox 13">
            <a:extLst>
              <a:ext uri="{FF2B5EF4-FFF2-40B4-BE49-F238E27FC236}">
                <a16:creationId xmlns:a16="http://schemas.microsoft.com/office/drawing/2014/main" id="{574101FA-622F-CB00-6B8E-8D0F9286E50B}"/>
              </a:ext>
            </a:extLst>
          </p:cNvPr>
          <p:cNvSpPr txBox="1">
            <a:spLocks noChangeArrowheads="1"/>
          </p:cNvSpPr>
          <p:nvPr/>
        </p:nvSpPr>
        <p:spPr bwMode="auto">
          <a:xfrm>
            <a:off x="939800" y="7800975"/>
            <a:ext cx="8975725" cy="2084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lnSpc>
                <a:spcPct val="150000"/>
              </a:lnSpc>
            </a:pPr>
            <a:r>
              <a:rPr lang="en-US" altLang="en-US" sz="3000" dirty="0">
                <a:latin typeface="Cambria" panose="02040503050406030204" pitchFamily="18" charset="0"/>
                <a:sym typeface="Cambria" panose="02040503050406030204" pitchFamily="18" charset="0"/>
              </a:rPr>
              <a:t>Presented By:</a:t>
            </a:r>
          </a:p>
          <a:p>
            <a:pPr eaLnBrk="1">
              <a:lnSpc>
                <a:spcPct val="150000"/>
              </a:lnSpc>
            </a:pPr>
            <a:r>
              <a:rPr lang="en-US" altLang="en-US" sz="3000" dirty="0">
                <a:latin typeface="Cambria" panose="02040503050406030204" pitchFamily="18" charset="0"/>
                <a:sym typeface="Cambria" panose="02040503050406030204" pitchFamily="18" charset="0"/>
              </a:rPr>
              <a:t>STUDENT NAME : </a:t>
            </a:r>
            <a:r>
              <a:rPr lang="en-US" altLang="en-US" sz="3000" dirty="0" err="1">
                <a:latin typeface="Cambria" panose="02040503050406030204" pitchFamily="18" charset="0"/>
                <a:sym typeface="Cambria" panose="02040503050406030204" pitchFamily="18" charset="0"/>
              </a:rPr>
              <a:t>B.Rama</a:t>
            </a:r>
            <a:r>
              <a:rPr lang="en-US" altLang="en-US" sz="3000" dirty="0">
                <a:latin typeface="Cambria" panose="02040503050406030204" pitchFamily="18" charset="0"/>
                <a:sym typeface="Cambria" panose="02040503050406030204" pitchFamily="18" charset="0"/>
              </a:rPr>
              <a:t> Krishna</a:t>
            </a:r>
          </a:p>
          <a:p>
            <a:pPr eaLnBrk="1">
              <a:lnSpc>
                <a:spcPct val="150000"/>
              </a:lnSpc>
            </a:pPr>
            <a:r>
              <a:rPr lang="en-US" altLang="en-US" sz="3000" dirty="0">
                <a:latin typeface="Cambria" panose="02040503050406030204" pitchFamily="18" charset="0"/>
                <a:sym typeface="Cambria" panose="02040503050406030204" pitchFamily="18" charset="0"/>
              </a:rPr>
              <a:t> VTU25818– Reg.No.23UECS0074</a:t>
            </a:r>
          </a:p>
        </p:txBody>
      </p:sp>
      <p:sp>
        <p:nvSpPr>
          <p:cNvPr id="3082" name="TextBox 14">
            <a:extLst>
              <a:ext uri="{FF2B5EF4-FFF2-40B4-BE49-F238E27FC236}">
                <a16:creationId xmlns:a16="http://schemas.microsoft.com/office/drawing/2014/main" id="{D6315EA7-096C-E6E5-64F7-810BF9C95F57}"/>
              </a:ext>
            </a:extLst>
          </p:cNvPr>
          <p:cNvSpPr txBox="1">
            <a:spLocks noChangeArrowheads="1"/>
          </p:cNvSpPr>
          <p:nvPr/>
        </p:nvSpPr>
        <p:spPr bwMode="auto">
          <a:xfrm>
            <a:off x="10990263" y="7818438"/>
            <a:ext cx="6823075" cy="2084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lnSpc>
                <a:spcPct val="150000"/>
              </a:lnSpc>
            </a:pPr>
            <a:r>
              <a:rPr lang="en-US" altLang="en-US" sz="3000" dirty="0">
                <a:latin typeface="Cambria" panose="02040503050406030204" pitchFamily="18" charset="0"/>
                <a:sym typeface="Cambria" panose="02040503050406030204" pitchFamily="18" charset="0"/>
              </a:rPr>
              <a:t>Courses Handling Faculty:</a:t>
            </a:r>
          </a:p>
          <a:p>
            <a:pPr eaLnBrk="1">
              <a:lnSpc>
                <a:spcPct val="150000"/>
              </a:lnSpc>
            </a:pPr>
            <a:r>
              <a:rPr lang="en-US" altLang="en-US" sz="3000" dirty="0">
                <a:latin typeface="Cambria" panose="02040503050406030204" pitchFamily="18" charset="0"/>
                <a:sym typeface="Cambria" panose="02040503050406030204" pitchFamily="18" charset="0"/>
              </a:rPr>
              <a:t>Dr. </a:t>
            </a:r>
            <a:r>
              <a:rPr lang="en-US" altLang="en-US" sz="3000" dirty="0" err="1">
                <a:latin typeface="Cambria" panose="02040503050406030204" pitchFamily="18" charset="0"/>
                <a:sym typeface="Cambria" panose="02040503050406030204" pitchFamily="18" charset="0"/>
              </a:rPr>
              <a:t>S.Hemamalini</a:t>
            </a:r>
            <a:endParaRPr lang="en-US" altLang="en-US" sz="3000" dirty="0">
              <a:latin typeface="Cambria" panose="02040503050406030204" pitchFamily="18" charset="0"/>
              <a:sym typeface="Cambria" panose="02040503050406030204" pitchFamily="18" charset="0"/>
            </a:endParaRPr>
          </a:p>
          <a:p>
            <a:pPr eaLnBrk="1">
              <a:lnSpc>
                <a:spcPct val="150000"/>
              </a:lnSpc>
            </a:pPr>
            <a:r>
              <a:rPr lang="en-US" altLang="en-US" sz="3000" dirty="0">
                <a:latin typeface="Cambria" panose="02040503050406030204" pitchFamily="18" charset="0"/>
                <a:sym typeface="Cambria" panose="02040503050406030204" pitchFamily="18" charset="0"/>
              </a:rPr>
              <a:t>Associate Professor(Senior-Grade)</a:t>
            </a:r>
          </a:p>
        </p:txBody>
      </p:sp>
      <p:sp>
        <p:nvSpPr>
          <p:cNvPr id="3083" name="TextBox 15">
            <a:extLst>
              <a:ext uri="{FF2B5EF4-FFF2-40B4-BE49-F238E27FC236}">
                <a16:creationId xmlns:a16="http://schemas.microsoft.com/office/drawing/2014/main" id="{ECAE6757-F909-2EE7-521E-D331CA8010B9}"/>
              </a:ext>
            </a:extLst>
          </p:cNvPr>
          <p:cNvSpPr txBox="1">
            <a:spLocks noChangeArrowheads="1"/>
          </p:cNvSpPr>
          <p:nvPr/>
        </p:nvSpPr>
        <p:spPr bwMode="auto">
          <a:xfrm>
            <a:off x="2255838" y="6972300"/>
            <a:ext cx="14651037"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r>
              <a:rPr lang="en-US" altLang="en-US" sz="2000">
                <a:latin typeface="Cambria" panose="02040503050406030204" pitchFamily="18" charset="0"/>
                <a:sym typeface="Cambria" panose="02040503050406030204" pitchFamily="18" charset="0"/>
              </a:rPr>
              <a:t>                             </a:t>
            </a:r>
            <a:r>
              <a:rPr lang="en-US" altLang="en-US" sz="2400">
                <a:latin typeface="Cambria" panose="02040503050406030204" pitchFamily="18" charset="0"/>
                <a:sym typeface="Cambria" panose="02040503050406030204" pitchFamily="18" charset="0"/>
              </a:rPr>
              <a:t>SDG</a:t>
            </a:r>
            <a:r>
              <a:rPr lang="en-US" altLang="en-US" sz="2000">
                <a:latin typeface="Cambria" panose="02040503050406030204" pitchFamily="18" charset="0"/>
                <a:sym typeface="Cambria" panose="02040503050406030204" pitchFamily="18" charset="0"/>
              </a:rPr>
              <a:t> :  </a:t>
            </a:r>
            <a:r>
              <a:rPr lang="en-US" altLang="en-US" sz="2400">
                <a:latin typeface="Times New Roman" panose="02020603050405020304" pitchFamily="18" charset="0"/>
                <a:cs typeface="Times New Roman" panose="02020603050405020304" pitchFamily="18" charset="0"/>
                <a:sym typeface="Times New Roman" panose="02020603050405020304" pitchFamily="18" charset="0"/>
              </a:rPr>
              <a:t>SDG 4 – Quality Education and SDG 8 – Decent Work and Economic Growth </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4098" name="Freeform 8">
            <a:extLst>
              <a:ext uri="{FF2B5EF4-FFF2-40B4-BE49-F238E27FC236}">
                <a16:creationId xmlns:a16="http://schemas.microsoft.com/office/drawing/2014/main" id="{35938504-FCDD-1D3E-197D-0360AAEF3438}"/>
              </a:ext>
            </a:extLst>
          </p:cNvPr>
          <p:cNvSpPr>
            <a:spLocks noChangeArrowheads="1"/>
          </p:cNvSpPr>
          <p:nvPr/>
        </p:nvSpPr>
        <p:spPr bwMode="auto">
          <a:xfrm>
            <a:off x="16313150" y="911225"/>
            <a:ext cx="946150" cy="234950"/>
          </a:xfrm>
          <a:prstGeom prst="rect">
            <a:avLst/>
          </a:prstGeom>
          <a:blipFill dpi="0" rotWithShape="1">
            <a:blip r:embed="rId2"/>
            <a:srcRect/>
            <a:stretch>
              <a:fillRect/>
            </a:stretch>
          </a:blip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grpSp>
        <p:nvGrpSpPr>
          <p:cNvPr id="4099" name="Group 9">
            <a:extLst>
              <a:ext uri="{FF2B5EF4-FFF2-40B4-BE49-F238E27FC236}">
                <a16:creationId xmlns:a16="http://schemas.microsoft.com/office/drawing/2014/main" id="{918D7B24-20BB-AF13-8BE0-FE16D5975797}"/>
              </a:ext>
            </a:extLst>
          </p:cNvPr>
          <p:cNvGrpSpPr>
            <a:grpSpLocks/>
          </p:cNvGrpSpPr>
          <p:nvPr/>
        </p:nvGrpSpPr>
        <p:grpSpPr bwMode="auto">
          <a:xfrm>
            <a:off x="706438" y="1952625"/>
            <a:ext cx="992187" cy="992188"/>
            <a:chOff x="0" y="0"/>
            <a:chExt cx="992462" cy="992462"/>
          </a:xfrm>
        </p:grpSpPr>
        <p:sp>
          <p:nvSpPr>
            <p:cNvPr id="4126" name="Freeform 10">
              <a:extLst>
                <a:ext uri="{FF2B5EF4-FFF2-40B4-BE49-F238E27FC236}">
                  <a16:creationId xmlns:a16="http://schemas.microsoft.com/office/drawing/2014/main" id="{FF5E4F6B-A8C0-A36F-8245-C69D197FBA74}"/>
                </a:ext>
              </a:extLst>
            </p:cNvPr>
            <p:cNvSpPr>
              <a:spLocks noChangeArrowheads="1"/>
            </p:cNvSpPr>
            <p:nvPr/>
          </p:nvSpPr>
          <p:spPr bwMode="auto">
            <a:xfrm>
              <a:off x="0" y="0"/>
              <a:ext cx="992463" cy="992463"/>
            </a:xfrm>
            <a:prstGeom prst="ellipse">
              <a:avLst/>
            </a:prstGeom>
            <a:solidFill>
              <a:srgbClr val="FD6220"/>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4127" name="TextBox 11">
              <a:extLst>
                <a:ext uri="{FF2B5EF4-FFF2-40B4-BE49-F238E27FC236}">
                  <a16:creationId xmlns:a16="http://schemas.microsoft.com/office/drawing/2014/main" id="{F2319AAD-2FC3-81DF-EC5A-40F4D3FC82DB}"/>
                </a:ext>
              </a:extLst>
            </p:cNvPr>
            <p:cNvSpPr txBox="1">
              <a:spLocks noChangeArrowheads="1"/>
            </p:cNvSpPr>
            <p:nvPr/>
          </p:nvSpPr>
          <p:spPr bwMode="auto">
            <a:xfrm>
              <a:off x="93043" y="184610"/>
              <a:ext cx="806377" cy="553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3700"/>
                </a:lnSpc>
              </a:pPr>
              <a:r>
                <a:rPr lang="en-US" altLang="en-US" sz="2600">
                  <a:solidFill>
                    <a:srgbClr val="FFFEFE"/>
                  </a:solidFill>
                  <a:latin typeface="Gotham"/>
                  <a:ea typeface="Gotham"/>
                  <a:cs typeface="Gotham"/>
                  <a:sym typeface="Gotham"/>
                </a:rPr>
                <a:t>1</a:t>
              </a:r>
            </a:p>
          </p:txBody>
        </p:sp>
      </p:grpSp>
      <p:grpSp>
        <p:nvGrpSpPr>
          <p:cNvPr id="4100" name="Group 12">
            <a:extLst>
              <a:ext uri="{FF2B5EF4-FFF2-40B4-BE49-F238E27FC236}">
                <a16:creationId xmlns:a16="http://schemas.microsoft.com/office/drawing/2014/main" id="{C652218B-E512-BF68-896C-15F139ABDBF8}"/>
              </a:ext>
            </a:extLst>
          </p:cNvPr>
          <p:cNvGrpSpPr>
            <a:grpSpLocks/>
          </p:cNvGrpSpPr>
          <p:nvPr/>
        </p:nvGrpSpPr>
        <p:grpSpPr bwMode="auto">
          <a:xfrm>
            <a:off x="947738" y="4446588"/>
            <a:ext cx="508000" cy="544512"/>
            <a:chOff x="0" y="0"/>
            <a:chExt cx="508157" cy="543804"/>
          </a:xfrm>
        </p:grpSpPr>
        <p:sp>
          <p:nvSpPr>
            <p:cNvPr id="4124" name="Freeform 13">
              <a:extLst>
                <a:ext uri="{FF2B5EF4-FFF2-40B4-BE49-F238E27FC236}">
                  <a16:creationId xmlns:a16="http://schemas.microsoft.com/office/drawing/2014/main" id="{3BA9222D-7385-2370-4446-14113D24DC81}"/>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4125" name="TextBox 14">
              <a:extLst>
                <a:ext uri="{FF2B5EF4-FFF2-40B4-BE49-F238E27FC236}">
                  <a16:creationId xmlns:a16="http://schemas.microsoft.com/office/drawing/2014/main" id="{20894D4D-77B2-998F-C01B-AEEFBEAB9BA3}"/>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4</a:t>
              </a:r>
            </a:p>
          </p:txBody>
        </p:sp>
      </p:grpSp>
      <p:grpSp>
        <p:nvGrpSpPr>
          <p:cNvPr id="4101" name="Group 15">
            <a:extLst>
              <a:ext uri="{FF2B5EF4-FFF2-40B4-BE49-F238E27FC236}">
                <a16:creationId xmlns:a16="http://schemas.microsoft.com/office/drawing/2014/main" id="{67F50428-0EB6-C78E-2188-6858AFD230F7}"/>
              </a:ext>
            </a:extLst>
          </p:cNvPr>
          <p:cNvGrpSpPr>
            <a:grpSpLocks/>
          </p:cNvGrpSpPr>
          <p:nvPr/>
        </p:nvGrpSpPr>
        <p:grpSpPr bwMode="auto">
          <a:xfrm>
            <a:off x="947738" y="3106738"/>
            <a:ext cx="508000" cy="544512"/>
            <a:chOff x="0" y="0"/>
            <a:chExt cx="508157" cy="543804"/>
          </a:xfrm>
        </p:grpSpPr>
        <p:sp>
          <p:nvSpPr>
            <p:cNvPr id="4122" name="Freeform 16">
              <a:extLst>
                <a:ext uri="{FF2B5EF4-FFF2-40B4-BE49-F238E27FC236}">
                  <a16:creationId xmlns:a16="http://schemas.microsoft.com/office/drawing/2014/main" id="{74499DDA-2F3E-E420-40CB-16882B190E37}"/>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4123" name="TextBox 17">
              <a:extLst>
                <a:ext uri="{FF2B5EF4-FFF2-40B4-BE49-F238E27FC236}">
                  <a16:creationId xmlns:a16="http://schemas.microsoft.com/office/drawing/2014/main" id="{D4F4679A-D7E4-A1B6-B1E3-A0ECC56FF816}"/>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2</a:t>
              </a:r>
            </a:p>
          </p:txBody>
        </p:sp>
      </p:grpSp>
      <p:grpSp>
        <p:nvGrpSpPr>
          <p:cNvPr id="4102" name="Group 18">
            <a:extLst>
              <a:ext uri="{FF2B5EF4-FFF2-40B4-BE49-F238E27FC236}">
                <a16:creationId xmlns:a16="http://schemas.microsoft.com/office/drawing/2014/main" id="{E8FA80EC-697F-2A73-41CB-D39F3C987D81}"/>
              </a:ext>
            </a:extLst>
          </p:cNvPr>
          <p:cNvGrpSpPr>
            <a:grpSpLocks/>
          </p:cNvGrpSpPr>
          <p:nvPr/>
        </p:nvGrpSpPr>
        <p:grpSpPr bwMode="auto">
          <a:xfrm>
            <a:off x="947738" y="5116513"/>
            <a:ext cx="508000" cy="542925"/>
            <a:chOff x="0" y="0"/>
            <a:chExt cx="508157" cy="543804"/>
          </a:xfrm>
        </p:grpSpPr>
        <p:sp>
          <p:nvSpPr>
            <p:cNvPr id="4120" name="Freeform 19">
              <a:extLst>
                <a:ext uri="{FF2B5EF4-FFF2-40B4-BE49-F238E27FC236}">
                  <a16:creationId xmlns:a16="http://schemas.microsoft.com/office/drawing/2014/main" id="{7DE6FC9E-7A3E-7D99-A840-0BBC99A3F2F3}"/>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4121" name="TextBox 20">
              <a:extLst>
                <a:ext uri="{FF2B5EF4-FFF2-40B4-BE49-F238E27FC236}">
                  <a16:creationId xmlns:a16="http://schemas.microsoft.com/office/drawing/2014/main" id="{F0A9E997-3453-7EC2-189F-F3FE9ED7AE5A}"/>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5</a:t>
              </a:r>
            </a:p>
          </p:txBody>
        </p:sp>
      </p:grpSp>
      <p:grpSp>
        <p:nvGrpSpPr>
          <p:cNvPr id="4103" name="Group 21">
            <a:extLst>
              <a:ext uri="{FF2B5EF4-FFF2-40B4-BE49-F238E27FC236}">
                <a16:creationId xmlns:a16="http://schemas.microsoft.com/office/drawing/2014/main" id="{868493FA-CD5C-8EE7-0E51-6AE874FA2B5F}"/>
              </a:ext>
            </a:extLst>
          </p:cNvPr>
          <p:cNvGrpSpPr>
            <a:grpSpLocks/>
          </p:cNvGrpSpPr>
          <p:nvPr/>
        </p:nvGrpSpPr>
        <p:grpSpPr bwMode="auto">
          <a:xfrm>
            <a:off x="947738" y="3776663"/>
            <a:ext cx="508000" cy="542925"/>
            <a:chOff x="0" y="0"/>
            <a:chExt cx="508157" cy="543804"/>
          </a:xfrm>
        </p:grpSpPr>
        <p:sp>
          <p:nvSpPr>
            <p:cNvPr id="4118" name="Freeform 22">
              <a:extLst>
                <a:ext uri="{FF2B5EF4-FFF2-40B4-BE49-F238E27FC236}">
                  <a16:creationId xmlns:a16="http://schemas.microsoft.com/office/drawing/2014/main" id="{62A358FB-0495-4BFD-9EAE-828B73DD59E6}"/>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4119" name="TextBox 23">
              <a:extLst>
                <a:ext uri="{FF2B5EF4-FFF2-40B4-BE49-F238E27FC236}">
                  <a16:creationId xmlns:a16="http://schemas.microsoft.com/office/drawing/2014/main" id="{284DB36F-7D96-2F57-D936-77563176CC2E}"/>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3</a:t>
              </a:r>
            </a:p>
          </p:txBody>
        </p:sp>
      </p:grpSp>
      <p:grpSp>
        <p:nvGrpSpPr>
          <p:cNvPr id="4104" name="Group 24">
            <a:extLst>
              <a:ext uri="{FF2B5EF4-FFF2-40B4-BE49-F238E27FC236}">
                <a16:creationId xmlns:a16="http://schemas.microsoft.com/office/drawing/2014/main" id="{432BE54E-5866-5E30-E954-356A533F4B73}"/>
              </a:ext>
            </a:extLst>
          </p:cNvPr>
          <p:cNvGrpSpPr>
            <a:grpSpLocks/>
          </p:cNvGrpSpPr>
          <p:nvPr/>
        </p:nvGrpSpPr>
        <p:grpSpPr bwMode="auto">
          <a:xfrm>
            <a:off x="947738" y="6456363"/>
            <a:ext cx="508000" cy="542925"/>
            <a:chOff x="0" y="0"/>
            <a:chExt cx="508157" cy="543804"/>
          </a:xfrm>
        </p:grpSpPr>
        <p:sp>
          <p:nvSpPr>
            <p:cNvPr id="4116" name="Freeform 25">
              <a:extLst>
                <a:ext uri="{FF2B5EF4-FFF2-40B4-BE49-F238E27FC236}">
                  <a16:creationId xmlns:a16="http://schemas.microsoft.com/office/drawing/2014/main" id="{EA15AAD3-9A38-EC76-46F6-620A23320D17}"/>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4117" name="TextBox 26">
              <a:extLst>
                <a:ext uri="{FF2B5EF4-FFF2-40B4-BE49-F238E27FC236}">
                  <a16:creationId xmlns:a16="http://schemas.microsoft.com/office/drawing/2014/main" id="{BA27A173-1B27-BDA4-C235-14000CBF0353}"/>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7</a:t>
              </a:r>
            </a:p>
          </p:txBody>
        </p:sp>
      </p:grpSp>
      <p:grpSp>
        <p:nvGrpSpPr>
          <p:cNvPr id="4105" name="Group 27">
            <a:extLst>
              <a:ext uri="{FF2B5EF4-FFF2-40B4-BE49-F238E27FC236}">
                <a16:creationId xmlns:a16="http://schemas.microsoft.com/office/drawing/2014/main" id="{2DF84AC3-4B03-DD0C-D4A9-1B1842B74911}"/>
              </a:ext>
            </a:extLst>
          </p:cNvPr>
          <p:cNvGrpSpPr>
            <a:grpSpLocks/>
          </p:cNvGrpSpPr>
          <p:nvPr/>
        </p:nvGrpSpPr>
        <p:grpSpPr bwMode="auto">
          <a:xfrm>
            <a:off x="947738" y="5784850"/>
            <a:ext cx="508000" cy="544513"/>
            <a:chOff x="0" y="0"/>
            <a:chExt cx="508157" cy="543804"/>
          </a:xfrm>
        </p:grpSpPr>
        <p:sp>
          <p:nvSpPr>
            <p:cNvPr id="4114" name="Freeform 28">
              <a:extLst>
                <a:ext uri="{FF2B5EF4-FFF2-40B4-BE49-F238E27FC236}">
                  <a16:creationId xmlns:a16="http://schemas.microsoft.com/office/drawing/2014/main" id="{0C9010FB-00C7-1F34-AC41-4E8B216F2D90}"/>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4115" name="TextBox 29">
              <a:extLst>
                <a:ext uri="{FF2B5EF4-FFF2-40B4-BE49-F238E27FC236}">
                  <a16:creationId xmlns:a16="http://schemas.microsoft.com/office/drawing/2014/main" id="{76DCE647-429E-A3DB-E4DF-643847D0322E}"/>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6</a:t>
              </a:r>
            </a:p>
          </p:txBody>
        </p:sp>
      </p:grpSp>
      <p:grpSp>
        <p:nvGrpSpPr>
          <p:cNvPr id="4106" name="Group 36">
            <a:extLst>
              <a:ext uri="{FF2B5EF4-FFF2-40B4-BE49-F238E27FC236}">
                <a16:creationId xmlns:a16="http://schemas.microsoft.com/office/drawing/2014/main" id="{EE23DFC4-6C65-E268-A0AD-682B43B89E39}"/>
              </a:ext>
            </a:extLst>
          </p:cNvPr>
          <p:cNvGrpSpPr>
            <a:grpSpLocks/>
          </p:cNvGrpSpPr>
          <p:nvPr/>
        </p:nvGrpSpPr>
        <p:grpSpPr bwMode="auto">
          <a:xfrm>
            <a:off x="947738" y="7123113"/>
            <a:ext cx="508000" cy="544512"/>
            <a:chOff x="0" y="0"/>
            <a:chExt cx="508157" cy="543804"/>
          </a:xfrm>
        </p:grpSpPr>
        <p:sp>
          <p:nvSpPr>
            <p:cNvPr id="4112" name="Freeform 37">
              <a:extLst>
                <a:ext uri="{FF2B5EF4-FFF2-40B4-BE49-F238E27FC236}">
                  <a16:creationId xmlns:a16="http://schemas.microsoft.com/office/drawing/2014/main" id="{E3AC3B1B-3D90-9347-6532-BD52E547E443}"/>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4113" name="TextBox 38">
              <a:extLst>
                <a:ext uri="{FF2B5EF4-FFF2-40B4-BE49-F238E27FC236}">
                  <a16:creationId xmlns:a16="http://schemas.microsoft.com/office/drawing/2014/main" id="{CC672254-0B64-84B7-03CE-7A6726698668}"/>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8</a:t>
              </a:r>
            </a:p>
          </p:txBody>
        </p:sp>
      </p:grpSp>
      <p:grpSp>
        <p:nvGrpSpPr>
          <p:cNvPr id="4107" name="Group 39">
            <a:extLst>
              <a:ext uri="{FF2B5EF4-FFF2-40B4-BE49-F238E27FC236}">
                <a16:creationId xmlns:a16="http://schemas.microsoft.com/office/drawing/2014/main" id="{99FAA170-EE17-BE9C-ECDB-B22CF306B842}"/>
              </a:ext>
            </a:extLst>
          </p:cNvPr>
          <p:cNvGrpSpPr>
            <a:grpSpLocks/>
          </p:cNvGrpSpPr>
          <p:nvPr/>
        </p:nvGrpSpPr>
        <p:grpSpPr bwMode="auto">
          <a:xfrm>
            <a:off x="947738" y="7791450"/>
            <a:ext cx="508000" cy="542925"/>
            <a:chOff x="0" y="0"/>
            <a:chExt cx="508157" cy="543804"/>
          </a:xfrm>
        </p:grpSpPr>
        <p:sp>
          <p:nvSpPr>
            <p:cNvPr id="4110" name="Freeform 40">
              <a:extLst>
                <a:ext uri="{FF2B5EF4-FFF2-40B4-BE49-F238E27FC236}">
                  <a16:creationId xmlns:a16="http://schemas.microsoft.com/office/drawing/2014/main" id="{B8D18DB7-B765-6E69-2CEE-1758CBA1EFF6}"/>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4111" name="TextBox 41">
              <a:extLst>
                <a:ext uri="{FF2B5EF4-FFF2-40B4-BE49-F238E27FC236}">
                  <a16:creationId xmlns:a16="http://schemas.microsoft.com/office/drawing/2014/main" id="{0FE1B652-C4CB-CCC7-AEDC-D57B24DA3508}"/>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9</a:t>
              </a:r>
            </a:p>
          </p:txBody>
        </p:sp>
      </p:grpSp>
      <p:sp>
        <p:nvSpPr>
          <p:cNvPr id="4108" name="TextBox 1">
            <a:extLst>
              <a:ext uri="{FF2B5EF4-FFF2-40B4-BE49-F238E27FC236}">
                <a16:creationId xmlns:a16="http://schemas.microsoft.com/office/drawing/2014/main" id="{A49C9961-A88B-805E-670F-8540AA822012}"/>
              </a:ext>
            </a:extLst>
          </p:cNvPr>
          <p:cNvSpPr txBox="1">
            <a:spLocks noChangeArrowheads="1"/>
          </p:cNvSpPr>
          <p:nvPr/>
        </p:nvSpPr>
        <p:spPr bwMode="auto">
          <a:xfrm>
            <a:off x="198438" y="342900"/>
            <a:ext cx="18043525"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r>
              <a:rPr lang="en-US" altLang="en-US" sz="2600" b="1">
                <a:solidFill>
                  <a:srgbClr val="0033CC"/>
                </a:solidFill>
                <a:latin typeface="Times New Roman" panose="02020603050405020304" pitchFamily="18" charset="0"/>
                <a:cs typeface="Times New Roman" panose="02020603050405020304" pitchFamily="18" charset="0"/>
                <a:sym typeface="Times New Roman" panose="02020603050405020304" pitchFamily="18" charset="0"/>
              </a:rPr>
              <a:t>INTRODUCTION</a:t>
            </a:r>
          </a:p>
        </p:txBody>
      </p:sp>
      <p:sp>
        <p:nvSpPr>
          <p:cNvPr id="134" name="TextBox 2">
            <a:extLst>
              <a:ext uri="{FF2B5EF4-FFF2-40B4-BE49-F238E27FC236}">
                <a16:creationId xmlns:a16="http://schemas.microsoft.com/office/drawing/2014/main" id="{5F8BCF88-2194-D997-654D-07EC74FEF88A}"/>
              </a:ext>
            </a:extLst>
          </p:cNvPr>
          <p:cNvSpPr txBox="1"/>
          <p:nvPr/>
        </p:nvSpPr>
        <p:spPr>
          <a:xfrm>
            <a:off x="2255838" y="1638300"/>
            <a:ext cx="14990762" cy="6986588"/>
          </a:xfrm>
          <a:prstGeom prst="rect">
            <a:avLst/>
          </a:prstGeom>
          <a:ln w="12700">
            <a:miter lim="400000"/>
          </a:ln>
        </p:spPr>
        <p:txBody>
          <a:bodyPr lIns="45719" rIns="45719">
            <a:spAutoFit/>
          </a:bodyPr>
          <a:lstStyle/>
          <a:p>
            <a:pPr>
              <a:defRPr/>
            </a:pPr>
            <a:r>
              <a:rPr lang="en-ID" sz="2800" b="1" dirty="0">
                <a:latin typeface="Times New Roman" panose="02020603050405020304" pitchFamily="18" charset="0"/>
                <a:cs typeface="Times New Roman" panose="02020603050405020304" pitchFamily="18" charset="0"/>
              </a:rPr>
              <a:t>Ticket Booking Web Application</a:t>
            </a:r>
          </a:p>
          <a:p>
            <a:pPr>
              <a:buFont typeface="Arial" panose="020B0604020202020204" pitchFamily="34" charset="0"/>
              <a:buChar char="•"/>
              <a:defRPr/>
            </a:pPr>
            <a:r>
              <a:rPr lang="en-ID" sz="2800" dirty="0">
                <a:latin typeface="Times New Roman" panose="02020603050405020304" pitchFamily="18" charset="0"/>
                <a:cs typeface="Times New Roman" panose="02020603050405020304" pitchFamily="18" charset="0"/>
              </a:rPr>
              <a:t>The rapid growth of digital technologies has transformed the way events are managed and accessed. </a:t>
            </a:r>
          </a:p>
          <a:p>
            <a:pPr>
              <a:buFont typeface="Arial" panose="020B0604020202020204" pitchFamily="34" charset="0"/>
              <a:buChar char="•"/>
              <a:defRPr/>
            </a:pPr>
            <a:r>
              <a:rPr lang="en-ID" sz="2800" dirty="0">
                <a:latin typeface="Times New Roman" panose="02020603050405020304" pitchFamily="18" charset="0"/>
                <a:cs typeface="Times New Roman" panose="02020603050405020304" pitchFamily="18" charset="0"/>
              </a:rPr>
              <a:t>Traditional ticket booking methods are often time-consuming, manual, and prone to errors. </a:t>
            </a:r>
          </a:p>
          <a:p>
            <a:pPr>
              <a:buFont typeface="Arial" panose="020B0604020202020204" pitchFamily="34" charset="0"/>
              <a:buChar char="•"/>
              <a:defRPr/>
            </a:pPr>
            <a:r>
              <a:rPr lang="en-ID" sz="2800" dirty="0">
                <a:latin typeface="Times New Roman" panose="02020603050405020304" pitchFamily="18" charset="0"/>
                <a:cs typeface="Times New Roman" panose="02020603050405020304" pitchFamily="18" charset="0"/>
              </a:rPr>
              <a:t>To overcome these limitations, a web-based ticket booking system provides a simple and efficient solution. </a:t>
            </a:r>
          </a:p>
          <a:p>
            <a:pPr>
              <a:buFont typeface="Arial" panose="020B0604020202020204" pitchFamily="34" charset="0"/>
              <a:buChar char="•"/>
              <a:defRPr/>
            </a:pPr>
            <a:r>
              <a:rPr lang="en-ID" sz="2800" dirty="0">
                <a:latin typeface="Times New Roman" panose="02020603050405020304" pitchFamily="18" charset="0"/>
                <a:cs typeface="Times New Roman" panose="02020603050405020304" pitchFamily="18" charset="0"/>
              </a:rPr>
              <a:t>This project focuses on designing and developing a </a:t>
            </a:r>
            <a:r>
              <a:rPr lang="en-ID" sz="2800" b="1" dirty="0">
                <a:latin typeface="Times New Roman" panose="02020603050405020304" pitchFamily="18" charset="0"/>
                <a:cs typeface="Times New Roman" panose="02020603050405020304" pitchFamily="18" charset="0"/>
              </a:rPr>
              <a:t>React JS-based web application</a:t>
            </a:r>
            <a:r>
              <a:rPr lang="en-ID" sz="2800" dirty="0">
                <a:latin typeface="Times New Roman" panose="02020603050405020304" pitchFamily="18" charset="0"/>
                <a:cs typeface="Times New Roman" panose="02020603050405020304" pitchFamily="18" charset="0"/>
              </a:rPr>
              <a:t> for booking tickets for internal department events such as technical fests, workshops, or seminars. </a:t>
            </a:r>
          </a:p>
          <a:p>
            <a:pPr>
              <a:buFont typeface="Arial" panose="020B0604020202020204" pitchFamily="34" charset="0"/>
              <a:buChar char="•"/>
              <a:defRPr/>
            </a:pPr>
            <a:r>
              <a:rPr lang="en-ID" sz="2800" dirty="0">
                <a:latin typeface="Times New Roman" panose="02020603050405020304" pitchFamily="18" charset="0"/>
                <a:cs typeface="Times New Roman" panose="02020603050405020304" pitchFamily="18" charset="0"/>
              </a:rPr>
              <a:t>The application allows users (students or faculty) to: </a:t>
            </a:r>
          </a:p>
          <a:p>
            <a:pPr marL="742950" lvl="1" indent="-285750">
              <a:buFont typeface="Arial" panose="020B0604020202020204" pitchFamily="34" charset="0"/>
              <a:buChar char="•"/>
              <a:defRPr/>
            </a:pPr>
            <a:r>
              <a:rPr lang="en-ID" sz="2800" dirty="0">
                <a:latin typeface="Times New Roman" panose="02020603050405020304" pitchFamily="18" charset="0"/>
                <a:cs typeface="Times New Roman" panose="02020603050405020304" pitchFamily="18" charset="0"/>
              </a:rPr>
              <a:t>View complete event details in one place </a:t>
            </a:r>
          </a:p>
          <a:p>
            <a:pPr marL="742950" lvl="1" indent="-285750">
              <a:buFont typeface="Arial" panose="020B0604020202020204" pitchFamily="34" charset="0"/>
              <a:buChar char="•"/>
              <a:defRPr/>
            </a:pPr>
            <a:r>
              <a:rPr lang="en-ID" sz="2800" dirty="0">
                <a:latin typeface="Times New Roman" panose="02020603050405020304" pitchFamily="18" charset="0"/>
                <a:cs typeface="Times New Roman" panose="02020603050405020304" pitchFamily="18" charset="0"/>
              </a:rPr>
              <a:t>Book tickets online </a:t>
            </a:r>
            <a:r>
              <a:rPr lang="ar-AE" sz="2800" dirty="0">
                <a:latin typeface="Times New Roman" panose="02020603050405020304" pitchFamily="18" charset="0"/>
                <a:cs typeface="Times New Roman" panose="02020603050405020304" pitchFamily="18" charset="0"/>
              </a:rPr>
              <a:t>بسهولة </a:t>
            </a:r>
            <a:r>
              <a:rPr lang="en-ID" sz="2800" dirty="0">
                <a:latin typeface="Times New Roman" panose="02020603050405020304" pitchFamily="18" charset="0"/>
                <a:cs typeface="Times New Roman" panose="02020603050405020304" pitchFamily="18" charset="0"/>
              </a:rPr>
              <a:t>and quickly </a:t>
            </a:r>
          </a:p>
          <a:p>
            <a:pPr marL="742950" lvl="1" indent="-285750">
              <a:buFont typeface="Arial" panose="020B0604020202020204" pitchFamily="34" charset="0"/>
              <a:buChar char="•"/>
              <a:defRPr/>
            </a:pPr>
            <a:r>
              <a:rPr lang="en-ID" sz="2800" dirty="0">
                <a:latin typeface="Times New Roman" panose="02020603050405020304" pitchFamily="18" charset="0"/>
                <a:cs typeface="Times New Roman" panose="02020603050405020304" pitchFamily="18" charset="0"/>
              </a:rPr>
              <a:t>Receive instant booking confirmation </a:t>
            </a:r>
          </a:p>
          <a:p>
            <a:pPr>
              <a:buFont typeface="Arial" panose="020B0604020202020204" pitchFamily="34" charset="0"/>
              <a:buChar char="•"/>
              <a:defRPr/>
            </a:pPr>
            <a:r>
              <a:rPr lang="en-ID" sz="2800" dirty="0">
                <a:latin typeface="Times New Roman" panose="02020603050405020304" pitchFamily="18" charset="0"/>
                <a:cs typeface="Times New Roman" panose="02020603050405020304" pitchFamily="18" charset="0"/>
              </a:rPr>
              <a:t>The system ensures: </a:t>
            </a:r>
          </a:p>
          <a:p>
            <a:pPr marL="742950" lvl="1" indent="-285750">
              <a:buFont typeface="Arial" panose="020B0604020202020204" pitchFamily="34" charset="0"/>
              <a:buChar char="•"/>
              <a:defRPr/>
            </a:pPr>
            <a:r>
              <a:rPr lang="en-ID" sz="2800" dirty="0">
                <a:latin typeface="Times New Roman" panose="02020603050405020304" pitchFamily="18" charset="0"/>
                <a:cs typeface="Times New Roman" panose="02020603050405020304" pitchFamily="18" charset="0"/>
              </a:rPr>
              <a:t>Real-time tracking of available tickets </a:t>
            </a:r>
          </a:p>
          <a:p>
            <a:pPr marL="742950" lvl="1" indent="-285750">
              <a:buFont typeface="Arial" panose="020B0604020202020204" pitchFamily="34" charset="0"/>
              <a:buChar char="•"/>
              <a:defRPr/>
            </a:pPr>
            <a:r>
              <a:rPr lang="en-ID" sz="2800" dirty="0">
                <a:latin typeface="Times New Roman" panose="02020603050405020304" pitchFamily="18" charset="0"/>
                <a:cs typeface="Times New Roman" panose="02020603050405020304" pitchFamily="18" charset="0"/>
              </a:rPr>
              <a:t>Prevention of overbooking </a:t>
            </a:r>
          </a:p>
          <a:p>
            <a:pPr marL="742950" lvl="1" indent="-285750">
              <a:buFont typeface="Arial" panose="020B0604020202020204" pitchFamily="34" charset="0"/>
              <a:buChar char="•"/>
              <a:defRPr/>
            </a:pPr>
            <a:r>
              <a:rPr lang="en-ID" sz="2800" dirty="0">
                <a:latin typeface="Times New Roman" panose="02020603050405020304" pitchFamily="18" charset="0"/>
                <a:cs typeface="Times New Roman" panose="02020603050405020304" pitchFamily="18" charset="0"/>
              </a:rPr>
              <a:t>Input validation for accurate data entry </a:t>
            </a:r>
          </a:p>
          <a:p>
            <a:pPr marL="457200" indent="-457200" eaLnBrk="1" fontAlgn="auto">
              <a:spcBef>
                <a:spcPts val="0"/>
              </a:spcBef>
              <a:spcAft>
                <a:spcPts val="0"/>
              </a:spcAft>
              <a:buSzPct val="100000"/>
              <a:buFontTx/>
              <a:buChar char="-"/>
              <a:defRPr sz="2800"/>
            </a:pPr>
            <a:endParaRPr sz="2800" kern="0" dirty="0">
              <a:latin typeface="Times New Roman" panose="02020603050405020304" pitchFamily="18" charset="0"/>
              <a:ea typeface="+mj-ea"/>
              <a:cs typeface="Times New Roman" panose="02020603050405020304" pitchFamily="18" charset="0"/>
              <a:sym typeface="Calibri"/>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5122" name="Freeform 10">
            <a:extLst>
              <a:ext uri="{FF2B5EF4-FFF2-40B4-BE49-F238E27FC236}">
                <a16:creationId xmlns:a16="http://schemas.microsoft.com/office/drawing/2014/main" id="{89C970CD-A546-9A79-288E-9BDA65CF933B}"/>
              </a:ext>
            </a:extLst>
          </p:cNvPr>
          <p:cNvSpPr>
            <a:spLocks noChangeArrowheads="1"/>
          </p:cNvSpPr>
          <p:nvPr/>
        </p:nvSpPr>
        <p:spPr bwMode="auto">
          <a:xfrm>
            <a:off x="16313150" y="911225"/>
            <a:ext cx="946150" cy="234950"/>
          </a:xfrm>
          <a:prstGeom prst="rect">
            <a:avLst/>
          </a:prstGeom>
          <a:blipFill dpi="0" rotWithShape="1">
            <a:blip r:embed="rId2"/>
            <a:srcRect/>
            <a:stretch>
              <a:fillRect/>
            </a:stretch>
          </a:blip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grpSp>
        <p:nvGrpSpPr>
          <p:cNvPr id="5123" name="Group 11">
            <a:extLst>
              <a:ext uri="{FF2B5EF4-FFF2-40B4-BE49-F238E27FC236}">
                <a16:creationId xmlns:a16="http://schemas.microsoft.com/office/drawing/2014/main" id="{BB2642DB-A43A-90C3-5493-1DD16E16959C}"/>
              </a:ext>
            </a:extLst>
          </p:cNvPr>
          <p:cNvGrpSpPr>
            <a:grpSpLocks/>
          </p:cNvGrpSpPr>
          <p:nvPr/>
        </p:nvGrpSpPr>
        <p:grpSpPr bwMode="auto">
          <a:xfrm>
            <a:off x="709613" y="2647950"/>
            <a:ext cx="992187" cy="992188"/>
            <a:chOff x="0" y="0"/>
            <a:chExt cx="992462" cy="992462"/>
          </a:xfrm>
        </p:grpSpPr>
        <p:sp>
          <p:nvSpPr>
            <p:cNvPr id="5150" name="Freeform 12">
              <a:extLst>
                <a:ext uri="{FF2B5EF4-FFF2-40B4-BE49-F238E27FC236}">
                  <a16:creationId xmlns:a16="http://schemas.microsoft.com/office/drawing/2014/main" id="{7A1256F7-2ED2-BED4-C4EE-CF7C7E09471D}"/>
                </a:ext>
              </a:extLst>
            </p:cNvPr>
            <p:cNvSpPr>
              <a:spLocks noChangeArrowheads="1"/>
            </p:cNvSpPr>
            <p:nvPr/>
          </p:nvSpPr>
          <p:spPr bwMode="auto">
            <a:xfrm>
              <a:off x="0" y="0"/>
              <a:ext cx="992463" cy="992463"/>
            </a:xfrm>
            <a:prstGeom prst="ellipse">
              <a:avLst/>
            </a:prstGeom>
            <a:solidFill>
              <a:srgbClr val="FD6220"/>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5151" name="TextBox 13">
              <a:extLst>
                <a:ext uri="{FF2B5EF4-FFF2-40B4-BE49-F238E27FC236}">
                  <a16:creationId xmlns:a16="http://schemas.microsoft.com/office/drawing/2014/main" id="{36662CF1-40B5-841F-AA32-E74AFE3B8B35}"/>
                </a:ext>
              </a:extLst>
            </p:cNvPr>
            <p:cNvSpPr txBox="1">
              <a:spLocks noChangeArrowheads="1"/>
            </p:cNvSpPr>
            <p:nvPr/>
          </p:nvSpPr>
          <p:spPr bwMode="auto">
            <a:xfrm>
              <a:off x="93043" y="184610"/>
              <a:ext cx="806377" cy="553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3700"/>
                </a:lnSpc>
              </a:pPr>
              <a:r>
                <a:rPr lang="en-US" altLang="en-US" sz="2600">
                  <a:solidFill>
                    <a:srgbClr val="FFFEFE"/>
                  </a:solidFill>
                  <a:latin typeface="Gotham"/>
                  <a:ea typeface="Gotham"/>
                  <a:cs typeface="Gotham"/>
                  <a:sym typeface="Gotham"/>
                </a:rPr>
                <a:t>2</a:t>
              </a:r>
            </a:p>
          </p:txBody>
        </p:sp>
      </p:grpSp>
      <p:grpSp>
        <p:nvGrpSpPr>
          <p:cNvPr id="5124" name="Group 14">
            <a:extLst>
              <a:ext uri="{FF2B5EF4-FFF2-40B4-BE49-F238E27FC236}">
                <a16:creationId xmlns:a16="http://schemas.microsoft.com/office/drawing/2014/main" id="{FF2BD399-6C97-3097-F75F-359610E45317}"/>
              </a:ext>
            </a:extLst>
          </p:cNvPr>
          <p:cNvGrpSpPr>
            <a:grpSpLocks/>
          </p:cNvGrpSpPr>
          <p:nvPr/>
        </p:nvGrpSpPr>
        <p:grpSpPr bwMode="auto">
          <a:xfrm>
            <a:off x="950913" y="4427538"/>
            <a:ext cx="508000" cy="544512"/>
            <a:chOff x="0" y="0"/>
            <a:chExt cx="508157" cy="543804"/>
          </a:xfrm>
        </p:grpSpPr>
        <p:sp>
          <p:nvSpPr>
            <p:cNvPr id="5148" name="Freeform 15">
              <a:extLst>
                <a:ext uri="{FF2B5EF4-FFF2-40B4-BE49-F238E27FC236}">
                  <a16:creationId xmlns:a16="http://schemas.microsoft.com/office/drawing/2014/main" id="{5D7BE50D-1292-3DB4-63AF-EDCF64935FDD}"/>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5149" name="TextBox 16">
              <a:extLst>
                <a:ext uri="{FF2B5EF4-FFF2-40B4-BE49-F238E27FC236}">
                  <a16:creationId xmlns:a16="http://schemas.microsoft.com/office/drawing/2014/main" id="{14200849-C460-1CA0-1D01-B189789B194F}"/>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4</a:t>
              </a:r>
            </a:p>
          </p:txBody>
        </p:sp>
      </p:grpSp>
      <p:grpSp>
        <p:nvGrpSpPr>
          <p:cNvPr id="5125" name="Group 17">
            <a:extLst>
              <a:ext uri="{FF2B5EF4-FFF2-40B4-BE49-F238E27FC236}">
                <a16:creationId xmlns:a16="http://schemas.microsoft.com/office/drawing/2014/main" id="{764C915C-E0E5-96AB-B153-5DC679B96DA6}"/>
              </a:ext>
            </a:extLst>
          </p:cNvPr>
          <p:cNvGrpSpPr>
            <a:grpSpLocks/>
          </p:cNvGrpSpPr>
          <p:nvPr/>
        </p:nvGrpSpPr>
        <p:grpSpPr bwMode="auto">
          <a:xfrm>
            <a:off x="950913" y="1982788"/>
            <a:ext cx="508000" cy="542925"/>
            <a:chOff x="0" y="0"/>
            <a:chExt cx="508157" cy="543804"/>
          </a:xfrm>
        </p:grpSpPr>
        <p:sp>
          <p:nvSpPr>
            <p:cNvPr id="5146" name="Freeform 18">
              <a:extLst>
                <a:ext uri="{FF2B5EF4-FFF2-40B4-BE49-F238E27FC236}">
                  <a16:creationId xmlns:a16="http://schemas.microsoft.com/office/drawing/2014/main" id="{41D69985-D680-18C4-7C3C-09B34B090E09}"/>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5147" name="TextBox 19">
              <a:extLst>
                <a:ext uri="{FF2B5EF4-FFF2-40B4-BE49-F238E27FC236}">
                  <a16:creationId xmlns:a16="http://schemas.microsoft.com/office/drawing/2014/main" id="{12BD1B52-4F98-20A8-2C25-8C5E0BA999E1}"/>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1</a:t>
              </a:r>
            </a:p>
          </p:txBody>
        </p:sp>
      </p:grpSp>
      <p:grpSp>
        <p:nvGrpSpPr>
          <p:cNvPr id="5126" name="Group 20">
            <a:extLst>
              <a:ext uri="{FF2B5EF4-FFF2-40B4-BE49-F238E27FC236}">
                <a16:creationId xmlns:a16="http://schemas.microsoft.com/office/drawing/2014/main" id="{1A2AD801-4E09-26FB-1C19-F612C72CA941}"/>
              </a:ext>
            </a:extLst>
          </p:cNvPr>
          <p:cNvGrpSpPr>
            <a:grpSpLocks/>
          </p:cNvGrpSpPr>
          <p:nvPr/>
        </p:nvGrpSpPr>
        <p:grpSpPr bwMode="auto">
          <a:xfrm>
            <a:off x="950913" y="5094288"/>
            <a:ext cx="508000" cy="542925"/>
            <a:chOff x="0" y="0"/>
            <a:chExt cx="508157" cy="543804"/>
          </a:xfrm>
        </p:grpSpPr>
        <p:sp>
          <p:nvSpPr>
            <p:cNvPr id="5144" name="Freeform 21">
              <a:extLst>
                <a:ext uri="{FF2B5EF4-FFF2-40B4-BE49-F238E27FC236}">
                  <a16:creationId xmlns:a16="http://schemas.microsoft.com/office/drawing/2014/main" id="{9355F732-91A7-C30D-04ED-23F310F94A10}"/>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5145" name="TextBox 22">
              <a:extLst>
                <a:ext uri="{FF2B5EF4-FFF2-40B4-BE49-F238E27FC236}">
                  <a16:creationId xmlns:a16="http://schemas.microsoft.com/office/drawing/2014/main" id="{53B24351-86E8-53DF-8185-5247FAABB854}"/>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5</a:t>
              </a:r>
            </a:p>
          </p:txBody>
        </p:sp>
      </p:grpSp>
      <p:grpSp>
        <p:nvGrpSpPr>
          <p:cNvPr id="5127" name="Group 23">
            <a:extLst>
              <a:ext uri="{FF2B5EF4-FFF2-40B4-BE49-F238E27FC236}">
                <a16:creationId xmlns:a16="http://schemas.microsoft.com/office/drawing/2014/main" id="{3FE6727F-DB4E-E225-07ED-524954D39A20}"/>
              </a:ext>
            </a:extLst>
          </p:cNvPr>
          <p:cNvGrpSpPr>
            <a:grpSpLocks/>
          </p:cNvGrpSpPr>
          <p:nvPr/>
        </p:nvGrpSpPr>
        <p:grpSpPr bwMode="auto">
          <a:xfrm>
            <a:off x="950913" y="3762375"/>
            <a:ext cx="508000" cy="544513"/>
            <a:chOff x="0" y="0"/>
            <a:chExt cx="508157" cy="543804"/>
          </a:xfrm>
        </p:grpSpPr>
        <p:sp>
          <p:nvSpPr>
            <p:cNvPr id="5142" name="Freeform 24">
              <a:extLst>
                <a:ext uri="{FF2B5EF4-FFF2-40B4-BE49-F238E27FC236}">
                  <a16:creationId xmlns:a16="http://schemas.microsoft.com/office/drawing/2014/main" id="{45972A7F-DEF4-A72C-A66A-0CD3EAEED7C3}"/>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5143" name="TextBox 25">
              <a:extLst>
                <a:ext uri="{FF2B5EF4-FFF2-40B4-BE49-F238E27FC236}">
                  <a16:creationId xmlns:a16="http://schemas.microsoft.com/office/drawing/2014/main" id="{06C9B58B-2351-5200-7787-39E793B4A96D}"/>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3</a:t>
              </a:r>
            </a:p>
          </p:txBody>
        </p:sp>
      </p:grpSp>
      <p:grpSp>
        <p:nvGrpSpPr>
          <p:cNvPr id="5128" name="Group 26">
            <a:extLst>
              <a:ext uri="{FF2B5EF4-FFF2-40B4-BE49-F238E27FC236}">
                <a16:creationId xmlns:a16="http://schemas.microsoft.com/office/drawing/2014/main" id="{41932886-95EB-761E-9BC6-98135BD2C2E1}"/>
              </a:ext>
            </a:extLst>
          </p:cNvPr>
          <p:cNvGrpSpPr>
            <a:grpSpLocks/>
          </p:cNvGrpSpPr>
          <p:nvPr/>
        </p:nvGrpSpPr>
        <p:grpSpPr bwMode="auto">
          <a:xfrm>
            <a:off x="950913" y="6426200"/>
            <a:ext cx="508000" cy="542925"/>
            <a:chOff x="0" y="0"/>
            <a:chExt cx="508157" cy="543804"/>
          </a:xfrm>
        </p:grpSpPr>
        <p:sp>
          <p:nvSpPr>
            <p:cNvPr id="5140" name="Freeform 27">
              <a:extLst>
                <a:ext uri="{FF2B5EF4-FFF2-40B4-BE49-F238E27FC236}">
                  <a16:creationId xmlns:a16="http://schemas.microsoft.com/office/drawing/2014/main" id="{49546B38-F616-9351-5752-82190FF98FAC}"/>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5141" name="TextBox 28">
              <a:extLst>
                <a:ext uri="{FF2B5EF4-FFF2-40B4-BE49-F238E27FC236}">
                  <a16:creationId xmlns:a16="http://schemas.microsoft.com/office/drawing/2014/main" id="{5EFA89F5-3932-65F1-714E-DF50011EDB1D}"/>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7</a:t>
              </a:r>
            </a:p>
          </p:txBody>
        </p:sp>
      </p:grpSp>
      <p:grpSp>
        <p:nvGrpSpPr>
          <p:cNvPr id="5129" name="Group 29">
            <a:extLst>
              <a:ext uri="{FF2B5EF4-FFF2-40B4-BE49-F238E27FC236}">
                <a16:creationId xmlns:a16="http://schemas.microsoft.com/office/drawing/2014/main" id="{B6114665-9E69-C20A-6B07-C21B8B085B50}"/>
              </a:ext>
            </a:extLst>
          </p:cNvPr>
          <p:cNvGrpSpPr>
            <a:grpSpLocks/>
          </p:cNvGrpSpPr>
          <p:nvPr/>
        </p:nvGrpSpPr>
        <p:grpSpPr bwMode="auto">
          <a:xfrm>
            <a:off x="950913" y="5759450"/>
            <a:ext cx="508000" cy="544513"/>
            <a:chOff x="0" y="0"/>
            <a:chExt cx="508157" cy="543804"/>
          </a:xfrm>
        </p:grpSpPr>
        <p:sp>
          <p:nvSpPr>
            <p:cNvPr id="5138" name="Freeform 30">
              <a:extLst>
                <a:ext uri="{FF2B5EF4-FFF2-40B4-BE49-F238E27FC236}">
                  <a16:creationId xmlns:a16="http://schemas.microsoft.com/office/drawing/2014/main" id="{562F3742-266C-D722-747B-1F963F27C10F}"/>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5139" name="TextBox 31">
              <a:extLst>
                <a:ext uri="{FF2B5EF4-FFF2-40B4-BE49-F238E27FC236}">
                  <a16:creationId xmlns:a16="http://schemas.microsoft.com/office/drawing/2014/main" id="{27BA4414-5C5D-8362-733B-9FACBEAD4583}"/>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6</a:t>
              </a:r>
            </a:p>
          </p:txBody>
        </p:sp>
      </p:grpSp>
      <p:grpSp>
        <p:nvGrpSpPr>
          <p:cNvPr id="5130" name="Group 36">
            <a:extLst>
              <a:ext uri="{FF2B5EF4-FFF2-40B4-BE49-F238E27FC236}">
                <a16:creationId xmlns:a16="http://schemas.microsoft.com/office/drawing/2014/main" id="{C1DC9F35-ECEF-B9CB-3C78-820140B6FE6A}"/>
              </a:ext>
            </a:extLst>
          </p:cNvPr>
          <p:cNvGrpSpPr>
            <a:grpSpLocks/>
          </p:cNvGrpSpPr>
          <p:nvPr/>
        </p:nvGrpSpPr>
        <p:grpSpPr bwMode="auto">
          <a:xfrm>
            <a:off x="950913" y="7092950"/>
            <a:ext cx="508000" cy="544513"/>
            <a:chOff x="0" y="0"/>
            <a:chExt cx="508157" cy="543804"/>
          </a:xfrm>
        </p:grpSpPr>
        <p:sp>
          <p:nvSpPr>
            <p:cNvPr id="5136" name="Freeform 37">
              <a:extLst>
                <a:ext uri="{FF2B5EF4-FFF2-40B4-BE49-F238E27FC236}">
                  <a16:creationId xmlns:a16="http://schemas.microsoft.com/office/drawing/2014/main" id="{38A2925D-1612-AB51-8E28-3A345FA4079F}"/>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5137" name="TextBox 38">
              <a:extLst>
                <a:ext uri="{FF2B5EF4-FFF2-40B4-BE49-F238E27FC236}">
                  <a16:creationId xmlns:a16="http://schemas.microsoft.com/office/drawing/2014/main" id="{7D282612-F3BB-8042-A941-C39A27256481}"/>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8</a:t>
              </a:r>
            </a:p>
          </p:txBody>
        </p:sp>
      </p:grpSp>
      <p:grpSp>
        <p:nvGrpSpPr>
          <p:cNvPr id="5131" name="Group 39">
            <a:extLst>
              <a:ext uri="{FF2B5EF4-FFF2-40B4-BE49-F238E27FC236}">
                <a16:creationId xmlns:a16="http://schemas.microsoft.com/office/drawing/2014/main" id="{6CEB3CF5-ED3D-AAC4-D07B-05694D0E5E75}"/>
              </a:ext>
            </a:extLst>
          </p:cNvPr>
          <p:cNvGrpSpPr>
            <a:grpSpLocks/>
          </p:cNvGrpSpPr>
          <p:nvPr/>
        </p:nvGrpSpPr>
        <p:grpSpPr bwMode="auto">
          <a:xfrm>
            <a:off x="950913" y="7761288"/>
            <a:ext cx="508000" cy="542925"/>
            <a:chOff x="0" y="0"/>
            <a:chExt cx="508157" cy="543804"/>
          </a:xfrm>
        </p:grpSpPr>
        <p:sp>
          <p:nvSpPr>
            <p:cNvPr id="5134" name="Freeform 40">
              <a:extLst>
                <a:ext uri="{FF2B5EF4-FFF2-40B4-BE49-F238E27FC236}">
                  <a16:creationId xmlns:a16="http://schemas.microsoft.com/office/drawing/2014/main" id="{A195F90C-117D-AD71-A4C2-9DCF548537F2}"/>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5135" name="TextBox 41">
              <a:extLst>
                <a:ext uri="{FF2B5EF4-FFF2-40B4-BE49-F238E27FC236}">
                  <a16:creationId xmlns:a16="http://schemas.microsoft.com/office/drawing/2014/main" id="{1E9450B7-5821-85CA-0E49-5FF1EB4B7287}"/>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9</a:t>
              </a:r>
            </a:p>
          </p:txBody>
        </p:sp>
      </p:grpSp>
      <p:sp>
        <p:nvSpPr>
          <p:cNvPr id="5132" name="TextBox 46">
            <a:extLst>
              <a:ext uri="{FF2B5EF4-FFF2-40B4-BE49-F238E27FC236}">
                <a16:creationId xmlns:a16="http://schemas.microsoft.com/office/drawing/2014/main" id="{C4486521-97AC-2C7F-A199-C97906AF7B46}"/>
              </a:ext>
            </a:extLst>
          </p:cNvPr>
          <p:cNvSpPr txBox="1">
            <a:spLocks noChangeArrowheads="1"/>
          </p:cNvSpPr>
          <p:nvPr/>
        </p:nvSpPr>
        <p:spPr bwMode="auto">
          <a:xfrm>
            <a:off x="198438" y="342900"/>
            <a:ext cx="17814925" cy="76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r>
              <a:rPr lang="en-US" altLang="en-US" sz="4800" b="1">
                <a:solidFill>
                  <a:srgbClr val="0033CC"/>
                </a:solidFill>
                <a:latin typeface="Times New Roman" panose="02020603050405020304" pitchFamily="18" charset="0"/>
                <a:cs typeface="Times New Roman" panose="02020603050405020304" pitchFamily="18" charset="0"/>
                <a:sym typeface="Times New Roman" panose="02020603050405020304" pitchFamily="18" charset="0"/>
              </a:rPr>
              <a:t>PROBLEM STATEMENT</a:t>
            </a:r>
          </a:p>
        </p:txBody>
      </p:sp>
      <p:sp>
        <p:nvSpPr>
          <p:cNvPr id="165" name="TextBox 47">
            <a:extLst>
              <a:ext uri="{FF2B5EF4-FFF2-40B4-BE49-F238E27FC236}">
                <a16:creationId xmlns:a16="http://schemas.microsoft.com/office/drawing/2014/main" id="{46A97A1B-41CF-7A61-06F1-24809DB589ED}"/>
              </a:ext>
            </a:extLst>
          </p:cNvPr>
          <p:cNvSpPr txBox="1"/>
          <p:nvPr/>
        </p:nvSpPr>
        <p:spPr>
          <a:xfrm>
            <a:off x="2255838" y="1638300"/>
            <a:ext cx="14990762" cy="6740525"/>
          </a:xfrm>
          <a:prstGeom prst="rect">
            <a:avLst/>
          </a:prstGeom>
          <a:ln w="12700">
            <a:miter lim="400000"/>
          </a:ln>
        </p:spPr>
        <p:txBody>
          <a:bodyPr lIns="45719" rIns="45719">
            <a:spAutoFit/>
          </a:bodyPr>
          <a:lstStyle/>
          <a:p>
            <a:pPr eaLnBrk="1" fontAlgn="auto">
              <a:spcBef>
                <a:spcPts val="0"/>
              </a:spcBef>
              <a:spcAft>
                <a:spcPts val="0"/>
              </a:spcAft>
              <a:buSzPct val="100000"/>
              <a:defRPr sz="3000"/>
            </a:pPr>
            <a:r>
              <a:rPr lang="en-US" sz="3600" dirty="0">
                <a:latin typeface="Times New Roman" panose="02020603050405020304" pitchFamily="18" charset="0"/>
                <a:cs typeface="Times New Roman" panose="02020603050405020304" pitchFamily="18" charset="0"/>
              </a:rPr>
              <a:t>In many educational institutions, the process of booking tickets for internal department events such as technical fests, seminars, and workshops is often handled manually or through unorganized systems. This leads to several challenges, including difficulty in accessing event information, time-consuming registration processes, chances of human error, and lack of real-time updates on ticket availability. Additionally, there is no proper validation of user inputs, which may result in incorrect or incomplete booking details. Overbooking or mismanagement of tickets can also occur due to the absence of an automated tracking system. Therefore, there is a need for a reliable, user-friendly, and efficient web-based application that allows users to easily view event details, book tickets online, ensures proper input validation, and maintains accurate records of ticket availability while providing instant booking confirmation.</a:t>
            </a:r>
            <a:endParaRPr sz="3600" kern="0" dirty="0">
              <a:latin typeface="Times New Roman" panose="02020603050405020304" pitchFamily="18" charset="0"/>
              <a:ea typeface="+mj-ea"/>
              <a:cs typeface="Times New Roman" panose="02020603050405020304" pitchFamily="18" charset="0"/>
              <a:sym typeface="Calibri"/>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6146" name="Group 7">
            <a:extLst>
              <a:ext uri="{FF2B5EF4-FFF2-40B4-BE49-F238E27FC236}">
                <a16:creationId xmlns:a16="http://schemas.microsoft.com/office/drawing/2014/main" id="{625CED09-5AFF-BF21-3CB5-22C19DEF6637}"/>
              </a:ext>
            </a:extLst>
          </p:cNvPr>
          <p:cNvGrpSpPr>
            <a:grpSpLocks/>
          </p:cNvGrpSpPr>
          <p:nvPr/>
        </p:nvGrpSpPr>
        <p:grpSpPr bwMode="auto">
          <a:xfrm>
            <a:off x="709613" y="3316288"/>
            <a:ext cx="992187" cy="992187"/>
            <a:chOff x="0" y="0"/>
            <a:chExt cx="992462" cy="992462"/>
          </a:xfrm>
        </p:grpSpPr>
        <p:sp>
          <p:nvSpPr>
            <p:cNvPr id="6174" name="Freeform 8">
              <a:extLst>
                <a:ext uri="{FF2B5EF4-FFF2-40B4-BE49-F238E27FC236}">
                  <a16:creationId xmlns:a16="http://schemas.microsoft.com/office/drawing/2014/main" id="{96331CB9-F19D-4A98-156D-E1BD9A75E493}"/>
                </a:ext>
              </a:extLst>
            </p:cNvPr>
            <p:cNvSpPr>
              <a:spLocks noChangeArrowheads="1"/>
            </p:cNvSpPr>
            <p:nvPr/>
          </p:nvSpPr>
          <p:spPr bwMode="auto">
            <a:xfrm>
              <a:off x="0" y="0"/>
              <a:ext cx="992463" cy="992463"/>
            </a:xfrm>
            <a:prstGeom prst="ellipse">
              <a:avLst/>
            </a:prstGeom>
            <a:solidFill>
              <a:srgbClr val="FD6220"/>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6175" name="TextBox 9">
              <a:extLst>
                <a:ext uri="{FF2B5EF4-FFF2-40B4-BE49-F238E27FC236}">
                  <a16:creationId xmlns:a16="http://schemas.microsoft.com/office/drawing/2014/main" id="{94F867F4-6DB1-C3C1-5905-250F7C536551}"/>
                </a:ext>
              </a:extLst>
            </p:cNvPr>
            <p:cNvSpPr txBox="1">
              <a:spLocks noChangeArrowheads="1"/>
            </p:cNvSpPr>
            <p:nvPr/>
          </p:nvSpPr>
          <p:spPr bwMode="auto">
            <a:xfrm>
              <a:off x="93043" y="184610"/>
              <a:ext cx="806377" cy="553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3700"/>
                </a:lnSpc>
              </a:pPr>
              <a:r>
                <a:rPr lang="en-US" altLang="en-US" sz="2600">
                  <a:solidFill>
                    <a:srgbClr val="FFFEFE"/>
                  </a:solidFill>
                  <a:latin typeface="Gotham"/>
                  <a:ea typeface="Gotham"/>
                  <a:cs typeface="Gotham"/>
                  <a:sym typeface="Gotham"/>
                </a:rPr>
                <a:t>3</a:t>
              </a:r>
            </a:p>
          </p:txBody>
        </p:sp>
      </p:grpSp>
      <p:grpSp>
        <p:nvGrpSpPr>
          <p:cNvPr id="6147" name="Group 10">
            <a:extLst>
              <a:ext uri="{FF2B5EF4-FFF2-40B4-BE49-F238E27FC236}">
                <a16:creationId xmlns:a16="http://schemas.microsoft.com/office/drawing/2014/main" id="{5530D710-1172-22D3-4247-DBC2076CE1E7}"/>
              </a:ext>
            </a:extLst>
          </p:cNvPr>
          <p:cNvGrpSpPr>
            <a:grpSpLocks/>
          </p:cNvGrpSpPr>
          <p:nvPr/>
        </p:nvGrpSpPr>
        <p:grpSpPr bwMode="auto">
          <a:xfrm>
            <a:off x="950913" y="4427538"/>
            <a:ext cx="508000" cy="544512"/>
            <a:chOff x="0" y="0"/>
            <a:chExt cx="508157" cy="543804"/>
          </a:xfrm>
        </p:grpSpPr>
        <p:sp>
          <p:nvSpPr>
            <p:cNvPr id="6172" name="Freeform 11">
              <a:extLst>
                <a:ext uri="{FF2B5EF4-FFF2-40B4-BE49-F238E27FC236}">
                  <a16:creationId xmlns:a16="http://schemas.microsoft.com/office/drawing/2014/main" id="{7D9F079D-E2C4-4445-76FF-E3271DBC6A06}"/>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6173" name="TextBox 12">
              <a:extLst>
                <a:ext uri="{FF2B5EF4-FFF2-40B4-BE49-F238E27FC236}">
                  <a16:creationId xmlns:a16="http://schemas.microsoft.com/office/drawing/2014/main" id="{7ACC3246-B00D-8090-2761-84AD8366FC0A}"/>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4</a:t>
              </a:r>
            </a:p>
          </p:txBody>
        </p:sp>
      </p:grpSp>
      <p:grpSp>
        <p:nvGrpSpPr>
          <p:cNvPr id="6148" name="Group 13">
            <a:extLst>
              <a:ext uri="{FF2B5EF4-FFF2-40B4-BE49-F238E27FC236}">
                <a16:creationId xmlns:a16="http://schemas.microsoft.com/office/drawing/2014/main" id="{EFFD2A47-D2C7-A336-2F96-4C9A3CDE852A}"/>
              </a:ext>
            </a:extLst>
          </p:cNvPr>
          <p:cNvGrpSpPr>
            <a:grpSpLocks/>
          </p:cNvGrpSpPr>
          <p:nvPr/>
        </p:nvGrpSpPr>
        <p:grpSpPr bwMode="auto">
          <a:xfrm>
            <a:off x="950913" y="1982788"/>
            <a:ext cx="508000" cy="542925"/>
            <a:chOff x="0" y="0"/>
            <a:chExt cx="508157" cy="543804"/>
          </a:xfrm>
        </p:grpSpPr>
        <p:sp>
          <p:nvSpPr>
            <p:cNvPr id="6170" name="Freeform 14">
              <a:extLst>
                <a:ext uri="{FF2B5EF4-FFF2-40B4-BE49-F238E27FC236}">
                  <a16:creationId xmlns:a16="http://schemas.microsoft.com/office/drawing/2014/main" id="{760B2F08-7339-DBC5-738A-FA4468901457}"/>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6171" name="TextBox 15">
              <a:extLst>
                <a:ext uri="{FF2B5EF4-FFF2-40B4-BE49-F238E27FC236}">
                  <a16:creationId xmlns:a16="http://schemas.microsoft.com/office/drawing/2014/main" id="{4AFB91E1-863D-A818-884B-7F7A93EA200B}"/>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1</a:t>
              </a:r>
            </a:p>
          </p:txBody>
        </p:sp>
      </p:grpSp>
      <p:grpSp>
        <p:nvGrpSpPr>
          <p:cNvPr id="6149" name="Group 16">
            <a:extLst>
              <a:ext uri="{FF2B5EF4-FFF2-40B4-BE49-F238E27FC236}">
                <a16:creationId xmlns:a16="http://schemas.microsoft.com/office/drawing/2014/main" id="{7F2442A5-994E-1CE4-6CF1-AB10FE5B08E1}"/>
              </a:ext>
            </a:extLst>
          </p:cNvPr>
          <p:cNvGrpSpPr>
            <a:grpSpLocks/>
          </p:cNvGrpSpPr>
          <p:nvPr/>
        </p:nvGrpSpPr>
        <p:grpSpPr bwMode="auto">
          <a:xfrm>
            <a:off x="950913" y="5094288"/>
            <a:ext cx="508000" cy="542925"/>
            <a:chOff x="0" y="0"/>
            <a:chExt cx="508157" cy="543804"/>
          </a:xfrm>
        </p:grpSpPr>
        <p:sp>
          <p:nvSpPr>
            <p:cNvPr id="6168" name="Freeform 17">
              <a:extLst>
                <a:ext uri="{FF2B5EF4-FFF2-40B4-BE49-F238E27FC236}">
                  <a16:creationId xmlns:a16="http://schemas.microsoft.com/office/drawing/2014/main" id="{F292325C-5679-7A14-CE88-1F9FA57C8624}"/>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6169" name="TextBox 18">
              <a:extLst>
                <a:ext uri="{FF2B5EF4-FFF2-40B4-BE49-F238E27FC236}">
                  <a16:creationId xmlns:a16="http://schemas.microsoft.com/office/drawing/2014/main" id="{E7DE9E58-796A-65C5-23A9-393468824383}"/>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5</a:t>
              </a:r>
            </a:p>
          </p:txBody>
        </p:sp>
      </p:grpSp>
      <p:grpSp>
        <p:nvGrpSpPr>
          <p:cNvPr id="6150" name="Group 19">
            <a:extLst>
              <a:ext uri="{FF2B5EF4-FFF2-40B4-BE49-F238E27FC236}">
                <a16:creationId xmlns:a16="http://schemas.microsoft.com/office/drawing/2014/main" id="{FBA06B84-4B41-DD35-EB04-BE1AC932C3DD}"/>
              </a:ext>
            </a:extLst>
          </p:cNvPr>
          <p:cNvGrpSpPr>
            <a:grpSpLocks/>
          </p:cNvGrpSpPr>
          <p:nvPr/>
        </p:nvGrpSpPr>
        <p:grpSpPr bwMode="auto">
          <a:xfrm>
            <a:off x="950913" y="2647950"/>
            <a:ext cx="508000" cy="544513"/>
            <a:chOff x="0" y="0"/>
            <a:chExt cx="508157" cy="543804"/>
          </a:xfrm>
        </p:grpSpPr>
        <p:sp>
          <p:nvSpPr>
            <p:cNvPr id="6166" name="Freeform 20">
              <a:extLst>
                <a:ext uri="{FF2B5EF4-FFF2-40B4-BE49-F238E27FC236}">
                  <a16:creationId xmlns:a16="http://schemas.microsoft.com/office/drawing/2014/main" id="{EE6DFDDE-0939-E891-E28E-DBB92E9D93D5}"/>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6167" name="TextBox 21">
              <a:extLst>
                <a:ext uri="{FF2B5EF4-FFF2-40B4-BE49-F238E27FC236}">
                  <a16:creationId xmlns:a16="http://schemas.microsoft.com/office/drawing/2014/main" id="{B88ED4AA-52DC-ABDD-3D68-82CBB51095BB}"/>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2</a:t>
              </a:r>
            </a:p>
          </p:txBody>
        </p:sp>
      </p:grpSp>
      <p:grpSp>
        <p:nvGrpSpPr>
          <p:cNvPr id="6151" name="Group 22">
            <a:extLst>
              <a:ext uri="{FF2B5EF4-FFF2-40B4-BE49-F238E27FC236}">
                <a16:creationId xmlns:a16="http://schemas.microsoft.com/office/drawing/2014/main" id="{5FBAE952-D835-8940-1E74-5D1800841375}"/>
              </a:ext>
            </a:extLst>
          </p:cNvPr>
          <p:cNvGrpSpPr>
            <a:grpSpLocks/>
          </p:cNvGrpSpPr>
          <p:nvPr/>
        </p:nvGrpSpPr>
        <p:grpSpPr bwMode="auto">
          <a:xfrm>
            <a:off x="950913" y="6426200"/>
            <a:ext cx="508000" cy="542925"/>
            <a:chOff x="0" y="0"/>
            <a:chExt cx="508157" cy="543804"/>
          </a:xfrm>
        </p:grpSpPr>
        <p:sp>
          <p:nvSpPr>
            <p:cNvPr id="6164" name="Freeform 23">
              <a:extLst>
                <a:ext uri="{FF2B5EF4-FFF2-40B4-BE49-F238E27FC236}">
                  <a16:creationId xmlns:a16="http://schemas.microsoft.com/office/drawing/2014/main" id="{4C8FE8A7-A9E7-C30B-B6FC-3993198D461A}"/>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6165" name="TextBox 24">
              <a:extLst>
                <a:ext uri="{FF2B5EF4-FFF2-40B4-BE49-F238E27FC236}">
                  <a16:creationId xmlns:a16="http://schemas.microsoft.com/office/drawing/2014/main" id="{1E145948-B320-3C4C-980A-9D066D592575}"/>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7</a:t>
              </a:r>
            </a:p>
          </p:txBody>
        </p:sp>
      </p:grpSp>
      <p:grpSp>
        <p:nvGrpSpPr>
          <p:cNvPr id="6152" name="Group 25">
            <a:extLst>
              <a:ext uri="{FF2B5EF4-FFF2-40B4-BE49-F238E27FC236}">
                <a16:creationId xmlns:a16="http://schemas.microsoft.com/office/drawing/2014/main" id="{53BC7CA8-3DCC-BA70-C0BD-B035EC24AE20}"/>
              </a:ext>
            </a:extLst>
          </p:cNvPr>
          <p:cNvGrpSpPr>
            <a:grpSpLocks/>
          </p:cNvGrpSpPr>
          <p:nvPr/>
        </p:nvGrpSpPr>
        <p:grpSpPr bwMode="auto">
          <a:xfrm>
            <a:off x="950913" y="5759450"/>
            <a:ext cx="508000" cy="544513"/>
            <a:chOff x="0" y="0"/>
            <a:chExt cx="508157" cy="543804"/>
          </a:xfrm>
        </p:grpSpPr>
        <p:sp>
          <p:nvSpPr>
            <p:cNvPr id="6162" name="Freeform 26">
              <a:extLst>
                <a:ext uri="{FF2B5EF4-FFF2-40B4-BE49-F238E27FC236}">
                  <a16:creationId xmlns:a16="http://schemas.microsoft.com/office/drawing/2014/main" id="{ECDC42E4-6DAC-864C-4DE6-FD6095581515}"/>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6163" name="TextBox 27">
              <a:extLst>
                <a:ext uri="{FF2B5EF4-FFF2-40B4-BE49-F238E27FC236}">
                  <a16:creationId xmlns:a16="http://schemas.microsoft.com/office/drawing/2014/main" id="{74524689-4EEB-6A9B-528F-A1674C7B2AA8}"/>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6</a:t>
              </a:r>
            </a:p>
          </p:txBody>
        </p:sp>
      </p:grpSp>
      <p:grpSp>
        <p:nvGrpSpPr>
          <p:cNvPr id="6153" name="Group 41">
            <a:extLst>
              <a:ext uri="{FF2B5EF4-FFF2-40B4-BE49-F238E27FC236}">
                <a16:creationId xmlns:a16="http://schemas.microsoft.com/office/drawing/2014/main" id="{368A3EDC-E8B6-9129-4705-1D718D1FBA0D}"/>
              </a:ext>
            </a:extLst>
          </p:cNvPr>
          <p:cNvGrpSpPr>
            <a:grpSpLocks/>
          </p:cNvGrpSpPr>
          <p:nvPr/>
        </p:nvGrpSpPr>
        <p:grpSpPr bwMode="auto">
          <a:xfrm>
            <a:off x="950913" y="7092950"/>
            <a:ext cx="508000" cy="544513"/>
            <a:chOff x="0" y="0"/>
            <a:chExt cx="508157" cy="543804"/>
          </a:xfrm>
        </p:grpSpPr>
        <p:sp>
          <p:nvSpPr>
            <p:cNvPr id="6160" name="Freeform 42">
              <a:extLst>
                <a:ext uri="{FF2B5EF4-FFF2-40B4-BE49-F238E27FC236}">
                  <a16:creationId xmlns:a16="http://schemas.microsoft.com/office/drawing/2014/main" id="{562D95B4-BC8E-F54D-BBDE-3AD1579CE6C6}"/>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6161" name="TextBox 43">
              <a:extLst>
                <a:ext uri="{FF2B5EF4-FFF2-40B4-BE49-F238E27FC236}">
                  <a16:creationId xmlns:a16="http://schemas.microsoft.com/office/drawing/2014/main" id="{909A6D6F-1B53-81DE-1F72-AAC5C4B4C1C5}"/>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8</a:t>
              </a:r>
            </a:p>
          </p:txBody>
        </p:sp>
      </p:grpSp>
      <p:grpSp>
        <p:nvGrpSpPr>
          <p:cNvPr id="6154" name="Group 44">
            <a:extLst>
              <a:ext uri="{FF2B5EF4-FFF2-40B4-BE49-F238E27FC236}">
                <a16:creationId xmlns:a16="http://schemas.microsoft.com/office/drawing/2014/main" id="{EAF0B028-678D-5C0F-0BDF-D3324DD366AF}"/>
              </a:ext>
            </a:extLst>
          </p:cNvPr>
          <p:cNvGrpSpPr>
            <a:grpSpLocks/>
          </p:cNvGrpSpPr>
          <p:nvPr/>
        </p:nvGrpSpPr>
        <p:grpSpPr bwMode="auto">
          <a:xfrm>
            <a:off x="950913" y="7761288"/>
            <a:ext cx="508000" cy="542925"/>
            <a:chOff x="0" y="0"/>
            <a:chExt cx="508157" cy="543804"/>
          </a:xfrm>
        </p:grpSpPr>
        <p:sp>
          <p:nvSpPr>
            <p:cNvPr id="6158" name="Freeform 45">
              <a:extLst>
                <a:ext uri="{FF2B5EF4-FFF2-40B4-BE49-F238E27FC236}">
                  <a16:creationId xmlns:a16="http://schemas.microsoft.com/office/drawing/2014/main" id="{4933F48F-1311-04C7-F8EA-31161C679489}"/>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6159" name="TextBox 46">
              <a:extLst>
                <a:ext uri="{FF2B5EF4-FFF2-40B4-BE49-F238E27FC236}">
                  <a16:creationId xmlns:a16="http://schemas.microsoft.com/office/drawing/2014/main" id="{03922FD4-1B41-C409-398A-1B919F1EB0D9}"/>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9</a:t>
              </a:r>
            </a:p>
          </p:txBody>
        </p:sp>
      </p:grpSp>
      <p:sp>
        <p:nvSpPr>
          <p:cNvPr id="6155" name="TextBox 49">
            <a:extLst>
              <a:ext uri="{FF2B5EF4-FFF2-40B4-BE49-F238E27FC236}">
                <a16:creationId xmlns:a16="http://schemas.microsoft.com/office/drawing/2014/main" id="{4B042062-AB89-4EB0-67C5-EE8FAB038F63}"/>
              </a:ext>
            </a:extLst>
          </p:cNvPr>
          <p:cNvSpPr txBox="1">
            <a:spLocks noChangeArrowheads="1"/>
          </p:cNvSpPr>
          <p:nvPr/>
        </p:nvSpPr>
        <p:spPr bwMode="auto">
          <a:xfrm>
            <a:off x="198438" y="342900"/>
            <a:ext cx="17814925" cy="76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r>
              <a:rPr lang="en-US" altLang="en-US" sz="4800" b="1">
                <a:solidFill>
                  <a:srgbClr val="0033CC"/>
                </a:solidFill>
                <a:latin typeface="Times New Roman" panose="02020603050405020304" pitchFamily="18" charset="0"/>
                <a:cs typeface="Times New Roman" panose="02020603050405020304" pitchFamily="18" charset="0"/>
                <a:sym typeface="Times New Roman" panose="02020603050405020304" pitchFamily="18" charset="0"/>
              </a:rPr>
              <a:t>OBJECTIVE(S)</a:t>
            </a:r>
          </a:p>
        </p:txBody>
      </p:sp>
      <p:sp>
        <p:nvSpPr>
          <p:cNvPr id="6156" name="Freeform 10">
            <a:extLst>
              <a:ext uri="{FF2B5EF4-FFF2-40B4-BE49-F238E27FC236}">
                <a16:creationId xmlns:a16="http://schemas.microsoft.com/office/drawing/2014/main" id="{C8F60AAB-97AA-0166-0AE7-D346E081D809}"/>
              </a:ext>
            </a:extLst>
          </p:cNvPr>
          <p:cNvSpPr>
            <a:spLocks noChangeArrowheads="1"/>
          </p:cNvSpPr>
          <p:nvPr/>
        </p:nvSpPr>
        <p:spPr bwMode="auto">
          <a:xfrm>
            <a:off x="16313150" y="911225"/>
            <a:ext cx="946150" cy="234950"/>
          </a:xfrm>
          <a:prstGeom prst="rect">
            <a:avLst/>
          </a:prstGeom>
          <a:blipFill dpi="0" rotWithShape="1">
            <a:blip r:embed="rId2"/>
            <a:srcRect/>
            <a:stretch>
              <a:fillRect/>
            </a:stretch>
          </a:blip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96" name="TextBox 51">
            <a:extLst>
              <a:ext uri="{FF2B5EF4-FFF2-40B4-BE49-F238E27FC236}">
                <a16:creationId xmlns:a16="http://schemas.microsoft.com/office/drawing/2014/main" id="{20FD8D87-57B2-52AE-285D-66E21D2FEC5C}"/>
              </a:ext>
            </a:extLst>
          </p:cNvPr>
          <p:cNvSpPr txBox="1"/>
          <p:nvPr/>
        </p:nvSpPr>
        <p:spPr>
          <a:xfrm>
            <a:off x="2255838" y="1638300"/>
            <a:ext cx="14990762" cy="7478713"/>
          </a:xfrm>
          <a:prstGeom prst="rect">
            <a:avLst/>
          </a:prstGeom>
          <a:ln w="12700">
            <a:miter lim="400000"/>
          </a:ln>
        </p:spPr>
        <p:txBody>
          <a:bodyPr lIns="45719" rIns="45719">
            <a:spAutoFit/>
          </a:bodyPr>
          <a:lstStyle/>
          <a:p>
            <a:pPr>
              <a:defRPr/>
            </a:pPr>
            <a:r>
              <a:rPr lang="en-US" sz="3200" dirty="0">
                <a:latin typeface="Times New Roman" panose="02020603050405020304" pitchFamily="18" charset="0"/>
                <a:cs typeface="Times New Roman" panose="02020603050405020304" pitchFamily="18" charset="0"/>
              </a:rPr>
              <a:t>The primary objective of this project is to design and develop a user-friendly web-based ticket booking application using React JS for internal department events such as technical fests, seminars, and workshops. The system aims to provide a centralized platform where users can easily view event details including event name, department, date, time, venue, ticket price, and availability. It also focuses on enabling a smooth and efficient booking process by allowing users to enter required details and book tickets instantly, thereby reducing manual effort and saving time.</a:t>
            </a:r>
          </a:p>
          <a:p>
            <a:pPr>
              <a:defRPr/>
            </a:pPr>
            <a:r>
              <a:rPr lang="en-US" sz="3200" dirty="0">
                <a:latin typeface="Times New Roman" panose="02020603050405020304" pitchFamily="18" charset="0"/>
                <a:cs typeface="Times New Roman" panose="02020603050405020304" pitchFamily="18" charset="0"/>
              </a:rPr>
              <a:t>Another key objective is to ensure accuracy, reliability, and better user experience through proper input validation and real-time updates. The application is designed to prevent overbooking by restricting ticket requests based on availability and to display clear confirmation messages after successful booking. Additionally, the project aims to implement core React concepts such as functional components, state management using hooks, event handling, and conditional rendering, while maintaining clean code structure and simple user interface design for enhanced usability.</a:t>
            </a:r>
          </a:p>
          <a:p>
            <a:pPr marL="457200" indent="-457200" eaLnBrk="1" fontAlgn="auto">
              <a:spcBef>
                <a:spcPts val="0"/>
              </a:spcBef>
              <a:spcAft>
                <a:spcPts val="0"/>
              </a:spcAft>
              <a:buSzPct val="100000"/>
              <a:buFontTx/>
              <a:buChar char="-"/>
              <a:defRPr sz="3300"/>
            </a:pPr>
            <a:endParaRPr sz="3200" kern="0" dirty="0">
              <a:latin typeface="Times New Roman" panose="02020603050405020304" pitchFamily="18" charset="0"/>
              <a:ea typeface="+mj-ea"/>
              <a:cs typeface="Times New Roman" panose="02020603050405020304" pitchFamily="18" charset="0"/>
              <a:sym typeface="Calibri"/>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170" name="Group 13">
            <a:extLst>
              <a:ext uri="{FF2B5EF4-FFF2-40B4-BE49-F238E27FC236}">
                <a16:creationId xmlns:a16="http://schemas.microsoft.com/office/drawing/2014/main" id="{5B19BE58-4D76-9357-AB15-13CDFDA66210}"/>
              </a:ext>
            </a:extLst>
          </p:cNvPr>
          <p:cNvGrpSpPr>
            <a:grpSpLocks/>
          </p:cNvGrpSpPr>
          <p:nvPr/>
        </p:nvGrpSpPr>
        <p:grpSpPr bwMode="auto">
          <a:xfrm>
            <a:off x="709613" y="3983038"/>
            <a:ext cx="992187" cy="992187"/>
            <a:chOff x="0" y="0"/>
            <a:chExt cx="992462" cy="992462"/>
          </a:xfrm>
        </p:grpSpPr>
        <p:sp>
          <p:nvSpPr>
            <p:cNvPr id="7199" name="Freeform 14">
              <a:extLst>
                <a:ext uri="{FF2B5EF4-FFF2-40B4-BE49-F238E27FC236}">
                  <a16:creationId xmlns:a16="http://schemas.microsoft.com/office/drawing/2014/main" id="{1C6ECBC3-BD24-FED0-86A1-F0156AF44BD8}"/>
                </a:ext>
              </a:extLst>
            </p:cNvPr>
            <p:cNvSpPr>
              <a:spLocks noChangeArrowheads="1"/>
            </p:cNvSpPr>
            <p:nvPr/>
          </p:nvSpPr>
          <p:spPr bwMode="auto">
            <a:xfrm>
              <a:off x="0" y="0"/>
              <a:ext cx="992463" cy="992463"/>
            </a:xfrm>
            <a:prstGeom prst="ellipse">
              <a:avLst/>
            </a:prstGeom>
            <a:solidFill>
              <a:srgbClr val="FD6220"/>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7200" name="TextBox 15">
              <a:extLst>
                <a:ext uri="{FF2B5EF4-FFF2-40B4-BE49-F238E27FC236}">
                  <a16:creationId xmlns:a16="http://schemas.microsoft.com/office/drawing/2014/main" id="{6B02D584-B179-00FC-1FF9-2AB85D4BAF97}"/>
                </a:ext>
              </a:extLst>
            </p:cNvPr>
            <p:cNvSpPr txBox="1">
              <a:spLocks noChangeArrowheads="1"/>
            </p:cNvSpPr>
            <p:nvPr/>
          </p:nvSpPr>
          <p:spPr bwMode="auto">
            <a:xfrm>
              <a:off x="93043" y="184610"/>
              <a:ext cx="806377" cy="553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3700"/>
                </a:lnSpc>
              </a:pPr>
              <a:r>
                <a:rPr lang="en-US" altLang="en-US" sz="2600">
                  <a:solidFill>
                    <a:srgbClr val="FFFEFE"/>
                  </a:solidFill>
                  <a:latin typeface="Gotham"/>
                  <a:ea typeface="Gotham"/>
                  <a:cs typeface="Gotham"/>
                  <a:sym typeface="Gotham"/>
                </a:rPr>
                <a:t>4</a:t>
              </a:r>
            </a:p>
          </p:txBody>
        </p:sp>
      </p:grpSp>
      <p:grpSp>
        <p:nvGrpSpPr>
          <p:cNvPr id="7171" name="Group 16">
            <a:extLst>
              <a:ext uri="{FF2B5EF4-FFF2-40B4-BE49-F238E27FC236}">
                <a16:creationId xmlns:a16="http://schemas.microsoft.com/office/drawing/2014/main" id="{CC522953-AF50-B19E-F358-80B7CA76C4D7}"/>
              </a:ext>
            </a:extLst>
          </p:cNvPr>
          <p:cNvGrpSpPr>
            <a:grpSpLocks/>
          </p:cNvGrpSpPr>
          <p:nvPr/>
        </p:nvGrpSpPr>
        <p:grpSpPr bwMode="auto">
          <a:xfrm>
            <a:off x="950913" y="3316288"/>
            <a:ext cx="508000" cy="542925"/>
            <a:chOff x="0" y="0"/>
            <a:chExt cx="508157" cy="543804"/>
          </a:xfrm>
        </p:grpSpPr>
        <p:sp>
          <p:nvSpPr>
            <p:cNvPr id="7197" name="Freeform 17">
              <a:extLst>
                <a:ext uri="{FF2B5EF4-FFF2-40B4-BE49-F238E27FC236}">
                  <a16:creationId xmlns:a16="http://schemas.microsoft.com/office/drawing/2014/main" id="{B215B040-CEB5-BB66-55E4-A173BABD6598}"/>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7198" name="TextBox 18">
              <a:extLst>
                <a:ext uri="{FF2B5EF4-FFF2-40B4-BE49-F238E27FC236}">
                  <a16:creationId xmlns:a16="http://schemas.microsoft.com/office/drawing/2014/main" id="{6B96C1AD-0694-0516-A99C-7A3825B215F0}"/>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3</a:t>
              </a:r>
            </a:p>
          </p:txBody>
        </p:sp>
      </p:grpSp>
      <p:grpSp>
        <p:nvGrpSpPr>
          <p:cNvPr id="7172" name="Group 19">
            <a:extLst>
              <a:ext uri="{FF2B5EF4-FFF2-40B4-BE49-F238E27FC236}">
                <a16:creationId xmlns:a16="http://schemas.microsoft.com/office/drawing/2014/main" id="{8A4A8C22-F957-A6D9-2B11-F1A699C619A7}"/>
              </a:ext>
            </a:extLst>
          </p:cNvPr>
          <p:cNvGrpSpPr>
            <a:grpSpLocks/>
          </p:cNvGrpSpPr>
          <p:nvPr/>
        </p:nvGrpSpPr>
        <p:grpSpPr bwMode="auto">
          <a:xfrm>
            <a:off x="950913" y="1982788"/>
            <a:ext cx="508000" cy="542925"/>
            <a:chOff x="0" y="0"/>
            <a:chExt cx="508157" cy="543804"/>
          </a:xfrm>
        </p:grpSpPr>
        <p:sp>
          <p:nvSpPr>
            <p:cNvPr id="7195" name="Freeform 20">
              <a:extLst>
                <a:ext uri="{FF2B5EF4-FFF2-40B4-BE49-F238E27FC236}">
                  <a16:creationId xmlns:a16="http://schemas.microsoft.com/office/drawing/2014/main" id="{81F57942-03FF-1FC7-4ED8-D7AE8D4EF5AD}"/>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7196" name="TextBox 21">
              <a:extLst>
                <a:ext uri="{FF2B5EF4-FFF2-40B4-BE49-F238E27FC236}">
                  <a16:creationId xmlns:a16="http://schemas.microsoft.com/office/drawing/2014/main" id="{216F7099-95B2-DFE5-3F63-DEECCA413F05}"/>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1</a:t>
              </a:r>
            </a:p>
          </p:txBody>
        </p:sp>
      </p:grpSp>
      <p:grpSp>
        <p:nvGrpSpPr>
          <p:cNvPr id="7173" name="Group 22">
            <a:extLst>
              <a:ext uri="{FF2B5EF4-FFF2-40B4-BE49-F238E27FC236}">
                <a16:creationId xmlns:a16="http://schemas.microsoft.com/office/drawing/2014/main" id="{D55DE11B-F782-E237-2626-D3580039C3C2}"/>
              </a:ext>
            </a:extLst>
          </p:cNvPr>
          <p:cNvGrpSpPr>
            <a:grpSpLocks/>
          </p:cNvGrpSpPr>
          <p:nvPr/>
        </p:nvGrpSpPr>
        <p:grpSpPr bwMode="auto">
          <a:xfrm>
            <a:off x="950913" y="5094288"/>
            <a:ext cx="508000" cy="542925"/>
            <a:chOff x="0" y="0"/>
            <a:chExt cx="508157" cy="543804"/>
          </a:xfrm>
        </p:grpSpPr>
        <p:sp>
          <p:nvSpPr>
            <p:cNvPr id="7193" name="Freeform 23">
              <a:extLst>
                <a:ext uri="{FF2B5EF4-FFF2-40B4-BE49-F238E27FC236}">
                  <a16:creationId xmlns:a16="http://schemas.microsoft.com/office/drawing/2014/main" id="{F2EA2D40-1BB4-D3BA-BAE1-CE0E1CA55341}"/>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7194" name="TextBox 24">
              <a:extLst>
                <a:ext uri="{FF2B5EF4-FFF2-40B4-BE49-F238E27FC236}">
                  <a16:creationId xmlns:a16="http://schemas.microsoft.com/office/drawing/2014/main" id="{7F976374-D6DD-0154-6FD1-115AACC36775}"/>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5</a:t>
              </a:r>
            </a:p>
          </p:txBody>
        </p:sp>
      </p:grpSp>
      <p:grpSp>
        <p:nvGrpSpPr>
          <p:cNvPr id="7174" name="Group 25">
            <a:extLst>
              <a:ext uri="{FF2B5EF4-FFF2-40B4-BE49-F238E27FC236}">
                <a16:creationId xmlns:a16="http://schemas.microsoft.com/office/drawing/2014/main" id="{D69C8286-DE92-1823-2B2B-20E5F245A03B}"/>
              </a:ext>
            </a:extLst>
          </p:cNvPr>
          <p:cNvGrpSpPr>
            <a:grpSpLocks/>
          </p:cNvGrpSpPr>
          <p:nvPr/>
        </p:nvGrpSpPr>
        <p:grpSpPr bwMode="auto">
          <a:xfrm>
            <a:off x="950913" y="2647950"/>
            <a:ext cx="508000" cy="544513"/>
            <a:chOff x="0" y="0"/>
            <a:chExt cx="508157" cy="543804"/>
          </a:xfrm>
        </p:grpSpPr>
        <p:sp>
          <p:nvSpPr>
            <p:cNvPr id="7191" name="Freeform 26">
              <a:extLst>
                <a:ext uri="{FF2B5EF4-FFF2-40B4-BE49-F238E27FC236}">
                  <a16:creationId xmlns:a16="http://schemas.microsoft.com/office/drawing/2014/main" id="{C2E0242B-EC6F-7CFB-A83C-CCFCFF30ECCB}"/>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7192" name="TextBox 27">
              <a:extLst>
                <a:ext uri="{FF2B5EF4-FFF2-40B4-BE49-F238E27FC236}">
                  <a16:creationId xmlns:a16="http://schemas.microsoft.com/office/drawing/2014/main" id="{BF633F8C-9BE8-6E78-202B-C33F4E84943E}"/>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2</a:t>
              </a:r>
            </a:p>
          </p:txBody>
        </p:sp>
      </p:grpSp>
      <p:grpSp>
        <p:nvGrpSpPr>
          <p:cNvPr id="7175" name="Group 28">
            <a:extLst>
              <a:ext uri="{FF2B5EF4-FFF2-40B4-BE49-F238E27FC236}">
                <a16:creationId xmlns:a16="http://schemas.microsoft.com/office/drawing/2014/main" id="{FB97CE72-B6AE-BE4A-2F8C-058EA277A4AF}"/>
              </a:ext>
            </a:extLst>
          </p:cNvPr>
          <p:cNvGrpSpPr>
            <a:grpSpLocks/>
          </p:cNvGrpSpPr>
          <p:nvPr/>
        </p:nvGrpSpPr>
        <p:grpSpPr bwMode="auto">
          <a:xfrm>
            <a:off x="950913" y="6426200"/>
            <a:ext cx="508000" cy="542925"/>
            <a:chOff x="0" y="0"/>
            <a:chExt cx="508157" cy="543804"/>
          </a:xfrm>
        </p:grpSpPr>
        <p:sp>
          <p:nvSpPr>
            <p:cNvPr id="7189" name="Freeform 29">
              <a:extLst>
                <a:ext uri="{FF2B5EF4-FFF2-40B4-BE49-F238E27FC236}">
                  <a16:creationId xmlns:a16="http://schemas.microsoft.com/office/drawing/2014/main" id="{91C81EC5-C613-024A-F4AE-906259BD2EFB}"/>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7190" name="TextBox 30">
              <a:extLst>
                <a:ext uri="{FF2B5EF4-FFF2-40B4-BE49-F238E27FC236}">
                  <a16:creationId xmlns:a16="http://schemas.microsoft.com/office/drawing/2014/main" id="{705F269C-C868-D20B-B7F2-11449A97F294}"/>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7</a:t>
              </a:r>
            </a:p>
          </p:txBody>
        </p:sp>
      </p:grpSp>
      <p:grpSp>
        <p:nvGrpSpPr>
          <p:cNvPr id="7176" name="Group 31">
            <a:extLst>
              <a:ext uri="{FF2B5EF4-FFF2-40B4-BE49-F238E27FC236}">
                <a16:creationId xmlns:a16="http://schemas.microsoft.com/office/drawing/2014/main" id="{44B75269-C567-05C6-3FE8-4624A4453863}"/>
              </a:ext>
            </a:extLst>
          </p:cNvPr>
          <p:cNvGrpSpPr>
            <a:grpSpLocks/>
          </p:cNvGrpSpPr>
          <p:nvPr/>
        </p:nvGrpSpPr>
        <p:grpSpPr bwMode="auto">
          <a:xfrm>
            <a:off x="950913" y="5759450"/>
            <a:ext cx="508000" cy="544513"/>
            <a:chOff x="0" y="0"/>
            <a:chExt cx="508157" cy="543804"/>
          </a:xfrm>
        </p:grpSpPr>
        <p:sp>
          <p:nvSpPr>
            <p:cNvPr id="7187" name="Freeform 32">
              <a:extLst>
                <a:ext uri="{FF2B5EF4-FFF2-40B4-BE49-F238E27FC236}">
                  <a16:creationId xmlns:a16="http://schemas.microsoft.com/office/drawing/2014/main" id="{99AB9F5B-D499-AD61-E3A0-CB9703EBCA2D}"/>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7188" name="TextBox 33">
              <a:extLst>
                <a:ext uri="{FF2B5EF4-FFF2-40B4-BE49-F238E27FC236}">
                  <a16:creationId xmlns:a16="http://schemas.microsoft.com/office/drawing/2014/main" id="{F037A09E-FBF9-445F-0C4D-F9316C3DABAF}"/>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6</a:t>
              </a:r>
            </a:p>
          </p:txBody>
        </p:sp>
      </p:grpSp>
      <p:grpSp>
        <p:nvGrpSpPr>
          <p:cNvPr id="7177" name="Group 34">
            <a:extLst>
              <a:ext uri="{FF2B5EF4-FFF2-40B4-BE49-F238E27FC236}">
                <a16:creationId xmlns:a16="http://schemas.microsoft.com/office/drawing/2014/main" id="{A528FDF6-A02C-3394-E211-CF8386A800D8}"/>
              </a:ext>
            </a:extLst>
          </p:cNvPr>
          <p:cNvGrpSpPr>
            <a:grpSpLocks/>
          </p:cNvGrpSpPr>
          <p:nvPr/>
        </p:nvGrpSpPr>
        <p:grpSpPr bwMode="auto">
          <a:xfrm>
            <a:off x="950913" y="7092950"/>
            <a:ext cx="508000" cy="544513"/>
            <a:chOff x="0" y="0"/>
            <a:chExt cx="508157" cy="543804"/>
          </a:xfrm>
        </p:grpSpPr>
        <p:sp>
          <p:nvSpPr>
            <p:cNvPr id="7185" name="Freeform 35">
              <a:extLst>
                <a:ext uri="{FF2B5EF4-FFF2-40B4-BE49-F238E27FC236}">
                  <a16:creationId xmlns:a16="http://schemas.microsoft.com/office/drawing/2014/main" id="{DA701F0C-3164-40CD-A8D1-FE7F3151A4D5}"/>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7186" name="TextBox 36">
              <a:extLst>
                <a:ext uri="{FF2B5EF4-FFF2-40B4-BE49-F238E27FC236}">
                  <a16:creationId xmlns:a16="http://schemas.microsoft.com/office/drawing/2014/main" id="{76DC16C1-D17F-2E64-36A1-5B7AE49780FD}"/>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8</a:t>
              </a:r>
            </a:p>
          </p:txBody>
        </p:sp>
      </p:grpSp>
      <p:grpSp>
        <p:nvGrpSpPr>
          <p:cNvPr id="7178" name="Group 37">
            <a:extLst>
              <a:ext uri="{FF2B5EF4-FFF2-40B4-BE49-F238E27FC236}">
                <a16:creationId xmlns:a16="http://schemas.microsoft.com/office/drawing/2014/main" id="{757D2B1D-FA61-8F07-9AE7-18A7F115BFF2}"/>
              </a:ext>
            </a:extLst>
          </p:cNvPr>
          <p:cNvGrpSpPr>
            <a:grpSpLocks/>
          </p:cNvGrpSpPr>
          <p:nvPr/>
        </p:nvGrpSpPr>
        <p:grpSpPr bwMode="auto">
          <a:xfrm>
            <a:off x="950913" y="7761288"/>
            <a:ext cx="508000" cy="542925"/>
            <a:chOff x="0" y="0"/>
            <a:chExt cx="508157" cy="543804"/>
          </a:xfrm>
        </p:grpSpPr>
        <p:sp>
          <p:nvSpPr>
            <p:cNvPr id="7183" name="Freeform 38">
              <a:extLst>
                <a:ext uri="{FF2B5EF4-FFF2-40B4-BE49-F238E27FC236}">
                  <a16:creationId xmlns:a16="http://schemas.microsoft.com/office/drawing/2014/main" id="{C61AA5FC-55E7-A1FD-3F64-BFDC70591FA1}"/>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7184" name="TextBox 39">
              <a:extLst>
                <a:ext uri="{FF2B5EF4-FFF2-40B4-BE49-F238E27FC236}">
                  <a16:creationId xmlns:a16="http://schemas.microsoft.com/office/drawing/2014/main" id="{1ACD585C-BD50-CA69-1184-CA4BBD2B5B85}"/>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9</a:t>
              </a:r>
            </a:p>
          </p:txBody>
        </p:sp>
      </p:grpSp>
      <p:sp>
        <p:nvSpPr>
          <p:cNvPr id="7179" name="Freeform 10">
            <a:extLst>
              <a:ext uri="{FF2B5EF4-FFF2-40B4-BE49-F238E27FC236}">
                <a16:creationId xmlns:a16="http://schemas.microsoft.com/office/drawing/2014/main" id="{EBD4F596-9FF4-89BE-55B0-3F6A053D8291}"/>
              </a:ext>
            </a:extLst>
          </p:cNvPr>
          <p:cNvSpPr>
            <a:spLocks noChangeArrowheads="1"/>
          </p:cNvSpPr>
          <p:nvPr/>
        </p:nvSpPr>
        <p:spPr bwMode="auto">
          <a:xfrm>
            <a:off x="16313150" y="911225"/>
            <a:ext cx="946150" cy="234950"/>
          </a:xfrm>
          <a:prstGeom prst="rect">
            <a:avLst/>
          </a:prstGeom>
          <a:blipFill dpi="0" rotWithShape="1">
            <a:blip r:embed="rId2"/>
            <a:srcRect/>
            <a:stretch>
              <a:fillRect/>
            </a:stretch>
          </a:blip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7180" name="TextBox 45">
            <a:extLst>
              <a:ext uri="{FF2B5EF4-FFF2-40B4-BE49-F238E27FC236}">
                <a16:creationId xmlns:a16="http://schemas.microsoft.com/office/drawing/2014/main" id="{0694CBDF-3E38-1A0B-CE94-6878A2755671}"/>
              </a:ext>
            </a:extLst>
          </p:cNvPr>
          <p:cNvSpPr txBox="1">
            <a:spLocks noChangeArrowheads="1"/>
          </p:cNvSpPr>
          <p:nvPr/>
        </p:nvSpPr>
        <p:spPr bwMode="auto">
          <a:xfrm>
            <a:off x="198438" y="342900"/>
            <a:ext cx="17814925" cy="76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r>
              <a:rPr lang="en-US" altLang="en-US" sz="4800" b="1">
                <a:solidFill>
                  <a:srgbClr val="0033CC"/>
                </a:solidFill>
                <a:latin typeface="Times New Roman" panose="02020603050405020304" pitchFamily="18" charset="0"/>
                <a:cs typeface="Times New Roman" panose="02020603050405020304" pitchFamily="18" charset="0"/>
                <a:sym typeface="Times New Roman" panose="02020603050405020304" pitchFamily="18" charset="0"/>
              </a:rPr>
              <a:t>PROPOSED SYSTEM</a:t>
            </a:r>
          </a:p>
        </p:txBody>
      </p:sp>
      <p:sp>
        <p:nvSpPr>
          <p:cNvPr id="227" name="TextBox 47">
            <a:extLst>
              <a:ext uri="{FF2B5EF4-FFF2-40B4-BE49-F238E27FC236}">
                <a16:creationId xmlns:a16="http://schemas.microsoft.com/office/drawing/2014/main" id="{91AA1F7B-A67B-BA52-1BA6-43CF006E537F}"/>
              </a:ext>
            </a:extLst>
          </p:cNvPr>
          <p:cNvSpPr txBox="1"/>
          <p:nvPr/>
        </p:nvSpPr>
        <p:spPr>
          <a:xfrm>
            <a:off x="2255838" y="1638300"/>
            <a:ext cx="14990762" cy="615950"/>
          </a:xfrm>
          <a:prstGeom prst="rect">
            <a:avLst/>
          </a:prstGeom>
          <a:ln w="12700">
            <a:miter lim="400000"/>
          </a:ln>
        </p:spPr>
        <p:txBody>
          <a:bodyPr lIns="45719" rIns="45719">
            <a:spAutoFit/>
          </a:bodyPr>
          <a:lstStyle/>
          <a:p>
            <a:pPr marL="457200" indent="-457200" eaLnBrk="1" fontAlgn="auto">
              <a:spcBef>
                <a:spcPts val="0"/>
              </a:spcBef>
              <a:spcAft>
                <a:spcPts val="0"/>
              </a:spcAft>
              <a:buSzPct val="100000"/>
              <a:buFontTx/>
              <a:buChar char="-"/>
              <a:defRPr sz="3400"/>
            </a:pPr>
            <a:endParaRPr sz="3400" kern="0" dirty="0">
              <a:latin typeface="+mj-lt"/>
              <a:ea typeface="+mj-ea"/>
              <a:cs typeface="+mj-cs"/>
              <a:sym typeface="Calibri"/>
            </a:endParaRPr>
          </a:p>
        </p:txBody>
      </p:sp>
      <p:sp>
        <p:nvSpPr>
          <p:cNvPr id="7182" name="Rectangle 16">
            <a:extLst>
              <a:ext uri="{FF2B5EF4-FFF2-40B4-BE49-F238E27FC236}">
                <a16:creationId xmlns:a16="http://schemas.microsoft.com/office/drawing/2014/main" id="{E5C39E34-4179-7CA4-0EBD-C846E1C89B6B}"/>
              </a:ext>
            </a:extLst>
          </p:cNvPr>
          <p:cNvSpPr>
            <a:spLocks noChangeArrowheads="1"/>
          </p:cNvSpPr>
          <p:nvPr/>
        </p:nvSpPr>
        <p:spPr bwMode="auto">
          <a:xfrm>
            <a:off x="3108325" y="2049463"/>
            <a:ext cx="12071350" cy="698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r>
              <a:rPr lang="en-US" altLang="en-US" sz="3200" b="1">
                <a:latin typeface="Times New Roman" panose="02020603050405020304" pitchFamily="18" charset="0"/>
                <a:cs typeface="Times New Roman" panose="02020603050405020304" pitchFamily="18" charset="0"/>
              </a:rPr>
              <a:t>Proposed System</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Web-based </a:t>
            </a:r>
            <a:r>
              <a:rPr lang="en-US" altLang="en-US" sz="3200" b="1">
                <a:latin typeface="Times New Roman" panose="02020603050405020304" pitchFamily="18" charset="0"/>
                <a:cs typeface="Times New Roman" panose="02020603050405020304" pitchFamily="18" charset="0"/>
              </a:rPr>
              <a:t>Ticket Booking Application</a:t>
            </a:r>
            <a:r>
              <a:rPr lang="en-US" altLang="en-US" sz="3200">
                <a:latin typeface="Times New Roman" panose="02020603050405020304" pitchFamily="18" charset="0"/>
                <a:cs typeface="Times New Roman" panose="02020603050405020304" pitchFamily="18" charset="0"/>
              </a:rPr>
              <a:t> using React JS </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Centralized platform to </a:t>
            </a:r>
            <a:r>
              <a:rPr lang="en-US" altLang="en-US" sz="3200" b="1">
                <a:latin typeface="Times New Roman" panose="02020603050405020304" pitchFamily="18" charset="0"/>
                <a:cs typeface="Times New Roman" panose="02020603050405020304" pitchFamily="18" charset="0"/>
              </a:rPr>
              <a:t>view event details</a:t>
            </a:r>
            <a:r>
              <a:rPr lang="en-US" altLang="en-US" sz="320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Displays: Event name, department, date, time, venue, price, availability</a:t>
            </a:r>
          </a:p>
          <a:p>
            <a:pPr>
              <a:buFont typeface="Arial" panose="020B0604020202020204" pitchFamily="34" charset="0"/>
              <a:buChar char="•"/>
            </a:pPr>
            <a:endParaRPr lang="en-US" altLang="en-US" sz="320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3200" b="1">
                <a:latin typeface="Times New Roman" panose="02020603050405020304" pitchFamily="18" charset="0"/>
                <a:cs typeface="Times New Roman" panose="02020603050405020304" pitchFamily="18" charset="0"/>
              </a:rPr>
              <a:t>Online booking system</a:t>
            </a:r>
            <a:r>
              <a:rPr lang="en-US" altLang="en-US" sz="3200">
                <a:latin typeface="Times New Roman" panose="02020603050405020304" pitchFamily="18" charset="0"/>
                <a:cs typeface="Times New Roman" panose="02020603050405020304" pitchFamily="18" charset="0"/>
              </a:rPr>
              <a:t> for students and faculty </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Users enter: Name, Email, Department, Number of tickets </a:t>
            </a:r>
          </a:p>
          <a:p>
            <a:pPr>
              <a:buFont typeface="Arial" panose="020B0604020202020204" pitchFamily="34" charset="0"/>
              <a:buChar char="•"/>
            </a:pPr>
            <a:r>
              <a:rPr lang="en-US" altLang="en-US" sz="3200" b="1">
                <a:latin typeface="Times New Roman" panose="02020603050405020304" pitchFamily="18" charset="0"/>
                <a:cs typeface="Times New Roman" panose="02020603050405020304" pitchFamily="18" charset="0"/>
              </a:rPr>
              <a:t>Input validation</a:t>
            </a:r>
            <a:r>
              <a:rPr lang="en-US" altLang="en-US" sz="3200">
                <a:latin typeface="Times New Roman" panose="02020603050405020304" pitchFamily="18" charset="0"/>
                <a:cs typeface="Times New Roman" panose="02020603050405020304" pitchFamily="18" charset="0"/>
              </a:rPr>
              <a:t> for all fields and email format </a:t>
            </a:r>
          </a:p>
          <a:p>
            <a:pPr>
              <a:buFont typeface="Arial" panose="020B0604020202020204" pitchFamily="34" charset="0"/>
              <a:buChar char="•"/>
            </a:pPr>
            <a:endParaRPr lang="en-US" altLang="en-US" sz="320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altLang="en-US" sz="320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Prevents </a:t>
            </a:r>
            <a:r>
              <a:rPr lang="en-US" altLang="en-US" sz="3200" b="1">
                <a:latin typeface="Times New Roman" panose="02020603050405020304" pitchFamily="18" charset="0"/>
                <a:cs typeface="Times New Roman" panose="02020603050405020304" pitchFamily="18" charset="0"/>
              </a:rPr>
              <a:t>overbooking</a:t>
            </a:r>
            <a:r>
              <a:rPr lang="en-US" altLang="en-US" sz="3200">
                <a:latin typeface="Times New Roman" panose="02020603050405020304" pitchFamily="18" charset="0"/>
                <a:cs typeface="Times New Roman" panose="02020603050405020304" pitchFamily="18" charset="0"/>
              </a:rPr>
              <a:t> based on available tickets </a:t>
            </a:r>
          </a:p>
          <a:p>
            <a:pPr>
              <a:buFont typeface="Arial" panose="020B0604020202020204" pitchFamily="34" charset="0"/>
              <a:buChar char="•"/>
            </a:pPr>
            <a:r>
              <a:rPr lang="en-US" altLang="en-US" sz="3200" b="1">
                <a:latin typeface="Times New Roman" panose="02020603050405020304" pitchFamily="18" charset="0"/>
                <a:cs typeface="Times New Roman" panose="02020603050405020304" pitchFamily="18" charset="0"/>
              </a:rPr>
              <a:t>Real-time update</a:t>
            </a:r>
            <a:r>
              <a:rPr lang="en-US" altLang="en-US" sz="3200">
                <a:latin typeface="Times New Roman" panose="02020603050405020304" pitchFamily="18" charset="0"/>
                <a:cs typeface="Times New Roman" panose="02020603050405020304" pitchFamily="18" charset="0"/>
              </a:rPr>
              <a:t> of ticket availability </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Instant </a:t>
            </a:r>
            <a:r>
              <a:rPr lang="en-US" altLang="en-US" sz="3200" b="1">
                <a:latin typeface="Times New Roman" panose="02020603050405020304" pitchFamily="18" charset="0"/>
                <a:cs typeface="Times New Roman" panose="02020603050405020304" pitchFamily="18" charset="0"/>
              </a:rPr>
              <a:t>booking confirmation with summary</a:t>
            </a:r>
            <a:r>
              <a:rPr lang="en-US" altLang="en-US" sz="3200">
                <a:latin typeface="Times New Roman" panose="02020603050405020304" pitchFamily="18" charset="0"/>
                <a:cs typeface="Times New Roman" panose="02020603050405020304" pitchFamily="18" charset="0"/>
              </a:rPr>
              <a:t> </a:t>
            </a:r>
          </a:p>
          <a:p>
            <a:pPr>
              <a:buFont typeface="Arial" panose="020B0604020202020204" pitchFamily="34" charset="0"/>
              <a:buChar char="•"/>
            </a:pPr>
            <a:endParaRPr lang="en-US" altLang="en-US" sz="3200">
              <a:latin typeface="Times New Roman" panose="02020603050405020304" pitchFamily="18" charset="0"/>
              <a:cs typeface="Times New Roman" panose="02020603050405020304" pitchFamily="18" charset="0"/>
            </a:endParaRP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8194" name="Group 5">
            <a:extLst>
              <a:ext uri="{FF2B5EF4-FFF2-40B4-BE49-F238E27FC236}">
                <a16:creationId xmlns:a16="http://schemas.microsoft.com/office/drawing/2014/main" id="{9069F468-59A0-368A-5963-61317540CCD2}"/>
              </a:ext>
            </a:extLst>
          </p:cNvPr>
          <p:cNvGrpSpPr>
            <a:grpSpLocks/>
          </p:cNvGrpSpPr>
          <p:nvPr/>
        </p:nvGrpSpPr>
        <p:grpSpPr bwMode="auto">
          <a:xfrm>
            <a:off x="709613" y="4656138"/>
            <a:ext cx="992187" cy="992187"/>
            <a:chOff x="0" y="0"/>
            <a:chExt cx="992462" cy="992462"/>
          </a:xfrm>
        </p:grpSpPr>
        <p:sp>
          <p:nvSpPr>
            <p:cNvPr id="8224" name="Freeform 6">
              <a:extLst>
                <a:ext uri="{FF2B5EF4-FFF2-40B4-BE49-F238E27FC236}">
                  <a16:creationId xmlns:a16="http://schemas.microsoft.com/office/drawing/2014/main" id="{C6A4E6DF-9153-7028-72D3-2F201387D911}"/>
                </a:ext>
              </a:extLst>
            </p:cNvPr>
            <p:cNvSpPr>
              <a:spLocks noChangeArrowheads="1"/>
            </p:cNvSpPr>
            <p:nvPr/>
          </p:nvSpPr>
          <p:spPr bwMode="auto">
            <a:xfrm>
              <a:off x="0" y="0"/>
              <a:ext cx="992463" cy="992463"/>
            </a:xfrm>
            <a:prstGeom prst="ellipse">
              <a:avLst/>
            </a:prstGeom>
            <a:solidFill>
              <a:srgbClr val="FD6220"/>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8225" name="TextBox 7">
              <a:extLst>
                <a:ext uri="{FF2B5EF4-FFF2-40B4-BE49-F238E27FC236}">
                  <a16:creationId xmlns:a16="http://schemas.microsoft.com/office/drawing/2014/main" id="{6A167600-D33B-9B46-D2D5-3EA06A454295}"/>
                </a:ext>
              </a:extLst>
            </p:cNvPr>
            <p:cNvSpPr txBox="1">
              <a:spLocks noChangeArrowheads="1"/>
            </p:cNvSpPr>
            <p:nvPr/>
          </p:nvSpPr>
          <p:spPr bwMode="auto">
            <a:xfrm>
              <a:off x="93043" y="184610"/>
              <a:ext cx="806377" cy="553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3700"/>
                </a:lnSpc>
              </a:pPr>
              <a:r>
                <a:rPr lang="en-US" altLang="en-US" sz="2600">
                  <a:solidFill>
                    <a:srgbClr val="FFFEFE"/>
                  </a:solidFill>
                  <a:latin typeface="Gotham"/>
                  <a:ea typeface="Gotham"/>
                  <a:cs typeface="Gotham"/>
                  <a:sym typeface="Gotham"/>
                </a:rPr>
                <a:t>5</a:t>
              </a:r>
            </a:p>
          </p:txBody>
        </p:sp>
      </p:grpSp>
      <p:grpSp>
        <p:nvGrpSpPr>
          <p:cNvPr id="8195" name="Group 8">
            <a:extLst>
              <a:ext uri="{FF2B5EF4-FFF2-40B4-BE49-F238E27FC236}">
                <a16:creationId xmlns:a16="http://schemas.microsoft.com/office/drawing/2014/main" id="{B38835F6-8279-9916-8FCD-23083F795A56}"/>
              </a:ext>
            </a:extLst>
          </p:cNvPr>
          <p:cNvGrpSpPr>
            <a:grpSpLocks/>
          </p:cNvGrpSpPr>
          <p:nvPr/>
        </p:nvGrpSpPr>
        <p:grpSpPr bwMode="auto">
          <a:xfrm>
            <a:off x="950913" y="3321050"/>
            <a:ext cx="508000" cy="542925"/>
            <a:chOff x="0" y="0"/>
            <a:chExt cx="508157" cy="543804"/>
          </a:xfrm>
        </p:grpSpPr>
        <p:sp>
          <p:nvSpPr>
            <p:cNvPr id="8222" name="Freeform 9">
              <a:extLst>
                <a:ext uri="{FF2B5EF4-FFF2-40B4-BE49-F238E27FC236}">
                  <a16:creationId xmlns:a16="http://schemas.microsoft.com/office/drawing/2014/main" id="{DC497875-3335-3E87-B59E-C67DD231F71E}"/>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8223" name="TextBox 10">
              <a:extLst>
                <a:ext uri="{FF2B5EF4-FFF2-40B4-BE49-F238E27FC236}">
                  <a16:creationId xmlns:a16="http://schemas.microsoft.com/office/drawing/2014/main" id="{C94D076F-8D1D-78F6-1BF1-1A0050622AE1}"/>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3</a:t>
              </a:r>
            </a:p>
          </p:txBody>
        </p:sp>
      </p:grpSp>
      <p:grpSp>
        <p:nvGrpSpPr>
          <p:cNvPr id="8196" name="Group 11">
            <a:extLst>
              <a:ext uri="{FF2B5EF4-FFF2-40B4-BE49-F238E27FC236}">
                <a16:creationId xmlns:a16="http://schemas.microsoft.com/office/drawing/2014/main" id="{52558000-E4D2-3702-F41E-5A5B3CDBCF36}"/>
              </a:ext>
            </a:extLst>
          </p:cNvPr>
          <p:cNvGrpSpPr>
            <a:grpSpLocks/>
          </p:cNvGrpSpPr>
          <p:nvPr/>
        </p:nvGrpSpPr>
        <p:grpSpPr bwMode="auto">
          <a:xfrm>
            <a:off x="950913" y="1987550"/>
            <a:ext cx="508000" cy="542925"/>
            <a:chOff x="0" y="0"/>
            <a:chExt cx="508157" cy="543804"/>
          </a:xfrm>
        </p:grpSpPr>
        <p:sp>
          <p:nvSpPr>
            <p:cNvPr id="8220" name="Freeform 12">
              <a:extLst>
                <a:ext uri="{FF2B5EF4-FFF2-40B4-BE49-F238E27FC236}">
                  <a16:creationId xmlns:a16="http://schemas.microsoft.com/office/drawing/2014/main" id="{FA93F0B7-8F70-AE94-85BE-525D2AA07549}"/>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8221" name="TextBox 13">
              <a:extLst>
                <a:ext uri="{FF2B5EF4-FFF2-40B4-BE49-F238E27FC236}">
                  <a16:creationId xmlns:a16="http://schemas.microsoft.com/office/drawing/2014/main" id="{1B34CD19-15F3-6570-BF68-1C53511CFBDD}"/>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1</a:t>
              </a:r>
            </a:p>
          </p:txBody>
        </p:sp>
      </p:grpSp>
      <p:grpSp>
        <p:nvGrpSpPr>
          <p:cNvPr id="8197" name="Group 14">
            <a:extLst>
              <a:ext uri="{FF2B5EF4-FFF2-40B4-BE49-F238E27FC236}">
                <a16:creationId xmlns:a16="http://schemas.microsoft.com/office/drawing/2014/main" id="{2E9E42CE-73CA-3974-9696-F0767D6C2AC6}"/>
              </a:ext>
            </a:extLst>
          </p:cNvPr>
          <p:cNvGrpSpPr>
            <a:grpSpLocks/>
          </p:cNvGrpSpPr>
          <p:nvPr/>
        </p:nvGrpSpPr>
        <p:grpSpPr bwMode="auto">
          <a:xfrm>
            <a:off x="950913" y="3987800"/>
            <a:ext cx="508000" cy="544513"/>
            <a:chOff x="0" y="0"/>
            <a:chExt cx="508157" cy="543804"/>
          </a:xfrm>
        </p:grpSpPr>
        <p:sp>
          <p:nvSpPr>
            <p:cNvPr id="8218" name="Freeform 15">
              <a:extLst>
                <a:ext uri="{FF2B5EF4-FFF2-40B4-BE49-F238E27FC236}">
                  <a16:creationId xmlns:a16="http://schemas.microsoft.com/office/drawing/2014/main" id="{4B6B05D8-35E6-5B30-0E6B-0646925AD8B7}"/>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8219" name="TextBox 16">
              <a:extLst>
                <a:ext uri="{FF2B5EF4-FFF2-40B4-BE49-F238E27FC236}">
                  <a16:creationId xmlns:a16="http://schemas.microsoft.com/office/drawing/2014/main" id="{A18E6A57-6945-6371-97AB-AE4EF69D4C26}"/>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4</a:t>
              </a:r>
            </a:p>
          </p:txBody>
        </p:sp>
      </p:grpSp>
      <p:grpSp>
        <p:nvGrpSpPr>
          <p:cNvPr id="8198" name="Group 17">
            <a:extLst>
              <a:ext uri="{FF2B5EF4-FFF2-40B4-BE49-F238E27FC236}">
                <a16:creationId xmlns:a16="http://schemas.microsoft.com/office/drawing/2014/main" id="{A8754A7B-CBF2-6837-D047-65D1C15418D6}"/>
              </a:ext>
            </a:extLst>
          </p:cNvPr>
          <p:cNvGrpSpPr>
            <a:grpSpLocks/>
          </p:cNvGrpSpPr>
          <p:nvPr/>
        </p:nvGrpSpPr>
        <p:grpSpPr bwMode="auto">
          <a:xfrm>
            <a:off x="950913" y="2652713"/>
            <a:ext cx="508000" cy="544512"/>
            <a:chOff x="0" y="0"/>
            <a:chExt cx="508157" cy="543804"/>
          </a:xfrm>
        </p:grpSpPr>
        <p:sp>
          <p:nvSpPr>
            <p:cNvPr id="8216" name="Freeform 18">
              <a:extLst>
                <a:ext uri="{FF2B5EF4-FFF2-40B4-BE49-F238E27FC236}">
                  <a16:creationId xmlns:a16="http://schemas.microsoft.com/office/drawing/2014/main" id="{117FA6C4-7DCB-7EA1-6053-8D38DAEB056E}"/>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8217" name="TextBox 19">
              <a:extLst>
                <a:ext uri="{FF2B5EF4-FFF2-40B4-BE49-F238E27FC236}">
                  <a16:creationId xmlns:a16="http://schemas.microsoft.com/office/drawing/2014/main" id="{98B2FC54-3B3B-BD7C-EA77-A8FF92F7B264}"/>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2</a:t>
              </a:r>
            </a:p>
          </p:txBody>
        </p:sp>
      </p:grpSp>
      <p:grpSp>
        <p:nvGrpSpPr>
          <p:cNvPr id="8199" name="Group 20">
            <a:extLst>
              <a:ext uri="{FF2B5EF4-FFF2-40B4-BE49-F238E27FC236}">
                <a16:creationId xmlns:a16="http://schemas.microsoft.com/office/drawing/2014/main" id="{AE75BE7C-F1EA-8559-ED18-DDFBA6A57D3A}"/>
              </a:ext>
            </a:extLst>
          </p:cNvPr>
          <p:cNvGrpSpPr>
            <a:grpSpLocks/>
          </p:cNvGrpSpPr>
          <p:nvPr/>
        </p:nvGrpSpPr>
        <p:grpSpPr bwMode="auto">
          <a:xfrm>
            <a:off x="950913" y="6430963"/>
            <a:ext cx="508000" cy="542925"/>
            <a:chOff x="0" y="0"/>
            <a:chExt cx="508157" cy="543804"/>
          </a:xfrm>
        </p:grpSpPr>
        <p:sp>
          <p:nvSpPr>
            <p:cNvPr id="8214" name="Freeform 21">
              <a:extLst>
                <a:ext uri="{FF2B5EF4-FFF2-40B4-BE49-F238E27FC236}">
                  <a16:creationId xmlns:a16="http://schemas.microsoft.com/office/drawing/2014/main" id="{2E1875DF-808E-2CA6-D235-301D2F1AE83A}"/>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8215" name="TextBox 22">
              <a:extLst>
                <a:ext uri="{FF2B5EF4-FFF2-40B4-BE49-F238E27FC236}">
                  <a16:creationId xmlns:a16="http://schemas.microsoft.com/office/drawing/2014/main" id="{CB2F1957-A112-9000-6747-C72D132AD351}"/>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7</a:t>
              </a:r>
            </a:p>
          </p:txBody>
        </p:sp>
      </p:grpSp>
      <p:grpSp>
        <p:nvGrpSpPr>
          <p:cNvPr id="8200" name="Group 23">
            <a:extLst>
              <a:ext uri="{FF2B5EF4-FFF2-40B4-BE49-F238E27FC236}">
                <a16:creationId xmlns:a16="http://schemas.microsoft.com/office/drawing/2014/main" id="{EFC5A286-F43B-7ECF-0730-38FDCDA86A73}"/>
              </a:ext>
            </a:extLst>
          </p:cNvPr>
          <p:cNvGrpSpPr>
            <a:grpSpLocks/>
          </p:cNvGrpSpPr>
          <p:nvPr/>
        </p:nvGrpSpPr>
        <p:grpSpPr bwMode="auto">
          <a:xfrm>
            <a:off x="950913" y="5764213"/>
            <a:ext cx="508000" cy="544512"/>
            <a:chOff x="0" y="0"/>
            <a:chExt cx="508157" cy="543804"/>
          </a:xfrm>
        </p:grpSpPr>
        <p:sp>
          <p:nvSpPr>
            <p:cNvPr id="8212" name="Freeform 24">
              <a:extLst>
                <a:ext uri="{FF2B5EF4-FFF2-40B4-BE49-F238E27FC236}">
                  <a16:creationId xmlns:a16="http://schemas.microsoft.com/office/drawing/2014/main" id="{AF53CD85-8463-3F7D-5E84-486AC4CADCCE}"/>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8213" name="TextBox 25">
              <a:extLst>
                <a:ext uri="{FF2B5EF4-FFF2-40B4-BE49-F238E27FC236}">
                  <a16:creationId xmlns:a16="http://schemas.microsoft.com/office/drawing/2014/main" id="{43A1D98A-FE98-C41B-3B3B-8EB2ABF93656}"/>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6</a:t>
              </a:r>
            </a:p>
          </p:txBody>
        </p:sp>
      </p:grpSp>
      <p:grpSp>
        <p:nvGrpSpPr>
          <p:cNvPr id="8201" name="Group 26">
            <a:extLst>
              <a:ext uri="{FF2B5EF4-FFF2-40B4-BE49-F238E27FC236}">
                <a16:creationId xmlns:a16="http://schemas.microsoft.com/office/drawing/2014/main" id="{8D200357-FDF9-F227-5C63-C1C88F116E8B}"/>
              </a:ext>
            </a:extLst>
          </p:cNvPr>
          <p:cNvGrpSpPr>
            <a:grpSpLocks/>
          </p:cNvGrpSpPr>
          <p:nvPr/>
        </p:nvGrpSpPr>
        <p:grpSpPr bwMode="auto">
          <a:xfrm>
            <a:off x="950913" y="7088188"/>
            <a:ext cx="508000" cy="544512"/>
            <a:chOff x="0" y="0"/>
            <a:chExt cx="508157" cy="543804"/>
          </a:xfrm>
        </p:grpSpPr>
        <p:sp>
          <p:nvSpPr>
            <p:cNvPr id="8210" name="Freeform 27">
              <a:extLst>
                <a:ext uri="{FF2B5EF4-FFF2-40B4-BE49-F238E27FC236}">
                  <a16:creationId xmlns:a16="http://schemas.microsoft.com/office/drawing/2014/main" id="{EEA65DC8-57D1-E99F-E7DC-BD50C2E74AB7}"/>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8211" name="TextBox 28">
              <a:extLst>
                <a:ext uri="{FF2B5EF4-FFF2-40B4-BE49-F238E27FC236}">
                  <a16:creationId xmlns:a16="http://schemas.microsoft.com/office/drawing/2014/main" id="{81D10D06-D598-2FDE-6854-C897D00FA8B3}"/>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8</a:t>
              </a:r>
            </a:p>
          </p:txBody>
        </p:sp>
      </p:grpSp>
      <p:grpSp>
        <p:nvGrpSpPr>
          <p:cNvPr id="8202" name="Group 29">
            <a:extLst>
              <a:ext uri="{FF2B5EF4-FFF2-40B4-BE49-F238E27FC236}">
                <a16:creationId xmlns:a16="http://schemas.microsoft.com/office/drawing/2014/main" id="{586F278C-4028-CCC8-03CC-39FDF2416D1F}"/>
              </a:ext>
            </a:extLst>
          </p:cNvPr>
          <p:cNvGrpSpPr>
            <a:grpSpLocks/>
          </p:cNvGrpSpPr>
          <p:nvPr/>
        </p:nvGrpSpPr>
        <p:grpSpPr bwMode="auto">
          <a:xfrm>
            <a:off x="950913" y="7756525"/>
            <a:ext cx="508000" cy="542925"/>
            <a:chOff x="0" y="0"/>
            <a:chExt cx="508157" cy="543804"/>
          </a:xfrm>
        </p:grpSpPr>
        <p:sp>
          <p:nvSpPr>
            <p:cNvPr id="8208" name="Freeform 30">
              <a:extLst>
                <a:ext uri="{FF2B5EF4-FFF2-40B4-BE49-F238E27FC236}">
                  <a16:creationId xmlns:a16="http://schemas.microsoft.com/office/drawing/2014/main" id="{9162F117-26D7-F358-BB9E-320D773F4B90}"/>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8209" name="TextBox 31">
              <a:extLst>
                <a:ext uri="{FF2B5EF4-FFF2-40B4-BE49-F238E27FC236}">
                  <a16:creationId xmlns:a16="http://schemas.microsoft.com/office/drawing/2014/main" id="{0DE60A48-0E0E-B743-1BE7-30EA9D636937}"/>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9</a:t>
              </a:r>
            </a:p>
          </p:txBody>
        </p:sp>
      </p:grpSp>
      <p:sp>
        <p:nvSpPr>
          <p:cNvPr id="8203" name="Freeform 38">
            <a:extLst>
              <a:ext uri="{FF2B5EF4-FFF2-40B4-BE49-F238E27FC236}">
                <a16:creationId xmlns:a16="http://schemas.microsoft.com/office/drawing/2014/main" id="{4ED5A40A-2156-B770-0FF9-383753717972}"/>
              </a:ext>
            </a:extLst>
          </p:cNvPr>
          <p:cNvSpPr>
            <a:spLocks noChangeArrowheads="1"/>
          </p:cNvSpPr>
          <p:nvPr/>
        </p:nvSpPr>
        <p:spPr bwMode="auto">
          <a:xfrm>
            <a:off x="11761788" y="-9632950"/>
            <a:ext cx="10995025" cy="10995025"/>
          </a:xfrm>
          <a:prstGeom prst="ellipse">
            <a:avLst/>
          </a:prstGeom>
          <a:noFill/>
          <a:ln w="514350" cap="sq">
            <a:solidFill>
              <a:srgbClr val="FD6220">
                <a:alpha val="11765"/>
              </a:srgbClr>
            </a:solidFill>
            <a:miter lim="800000"/>
            <a:headEnd/>
            <a:tailEnd/>
          </a:ln>
          <a:extLst>
            <a:ext uri="{909E8E84-426E-40DD-AFC4-6F175D3DCCD1}">
              <a14:hiddenFill xmlns:a14="http://schemas.microsoft.com/office/drawing/2010/main">
                <a:solidFill>
                  <a:srgbClr val="FFFFFF"/>
                </a:solidFill>
              </a14:hiddenFill>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8204" name="Freeform 10">
            <a:extLst>
              <a:ext uri="{FF2B5EF4-FFF2-40B4-BE49-F238E27FC236}">
                <a16:creationId xmlns:a16="http://schemas.microsoft.com/office/drawing/2014/main" id="{C3B23E29-B7F3-D331-FC2E-2D89823443BB}"/>
              </a:ext>
            </a:extLst>
          </p:cNvPr>
          <p:cNvSpPr>
            <a:spLocks noChangeArrowheads="1"/>
          </p:cNvSpPr>
          <p:nvPr/>
        </p:nvSpPr>
        <p:spPr bwMode="auto">
          <a:xfrm>
            <a:off x="16313150" y="911225"/>
            <a:ext cx="946150" cy="234950"/>
          </a:xfrm>
          <a:prstGeom prst="rect">
            <a:avLst/>
          </a:prstGeom>
          <a:blipFill dpi="0" rotWithShape="1">
            <a:blip r:embed="rId2"/>
            <a:srcRect/>
            <a:stretch>
              <a:fillRect/>
            </a:stretch>
          </a:blip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8205" name="TextBox 41">
            <a:extLst>
              <a:ext uri="{FF2B5EF4-FFF2-40B4-BE49-F238E27FC236}">
                <a16:creationId xmlns:a16="http://schemas.microsoft.com/office/drawing/2014/main" id="{FDA3E761-15A4-08BF-2778-AFF6E5CCE6C5}"/>
              </a:ext>
            </a:extLst>
          </p:cNvPr>
          <p:cNvSpPr txBox="1">
            <a:spLocks noChangeArrowheads="1"/>
          </p:cNvSpPr>
          <p:nvPr/>
        </p:nvSpPr>
        <p:spPr bwMode="auto">
          <a:xfrm>
            <a:off x="198438" y="342900"/>
            <a:ext cx="17814925" cy="76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r>
              <a:rPr lang="en-US" altLang="en-US" sz="4800" b="1">
                <a:solidFill>
                  <a:srgbClr val="0033CC"/>
                </a:solidFill>
                <a:latin typeface="Times New Roman" panose="02020603050405020304" pitchFamily="18" charset="0"/>
                <a:cs typeface="Times New Roman" panose="02020603050405020304" pitchFamily="18" charset="0"/>
                <a:sym typeface="Times New Roman" panose="02020603050405020304" pitchFamily="18" charset="0"/>
              </a:rPr>
              <a:t>PROPOSED SYSTEM ARCHITECTURE</a:t>
            </a:r>
          </a:p>
        </p:txBody>
      </p:sp>
      <p:sp>
        <p:nvSpPr>
          <p:cNvPr id="259" name="TextBox 42">
            <a:extLst>
              <a:ext uri="{FF2B5EF4-FFF2-40B4-BE49-F238E27FC236}">
                <a16:creationId xmlns:a16="http://schemas.microsoft.com/office/drawing/2014/main" id="{E505E58B-D4BA-69C4-52BA-1A29F323EC4A}"/>
              </a:ext>
            </a:extLst>
          </p:cNvPr>
          <p:cNvSpPr txBox="1"/>
          <p:nvPr/>
        </p:nvSpPr>
        <p:spPr>
          <a:xfrm>
            <a:off x="2255838" y="1638300"/>
            <a:ext cx="14990762" cy="12461875"/>
          </a:xfrm>
          <a:prstGeom prst="rect">
            <a:avLst/>
          </a:prstGeom>
          <a:ln w="12700">
            <a:miter lim="400000"/>
          </a:ln>
        </p:spPr>
        <p:txBody>
          <a:bodyPr lIns="45719" rIns="45719">
            <a:spAutoFit/>
          </a:bodyPr>
          <a:lstStyle/>
          <a:p>
            <a:pPr eaLnBrk="1" fontAlgn="auto">
              <a:spcBef>
                <a:spcPts val="0"/>
              </a:spcBef>
              <a:spcAft>
                <a:spcPts val="0"/>
              </a:spcAft>
              <a:defRPr sz="2800"/>
            </a:pPr>
            <a:endParaRPr sz="2800" kern="0">
              <a:latin typeface="+mj-lt"/>
              <a:ea typeface="+mj-ea"/>
              <a:cs typeface="+mj-cs"/>
              <a:sym typeface="Calibri"/>
            </a:endParaRPr>
          </a:p>
          <a:p>
            <a:pPr marL="457200" indent="-457200" eaLnBrk="1" fontAlgn="auto">
              <a:spcBef>
                <a:spcPts val="0"/>
              </a:spcBef>
              <a:spcAft>
                <a:spcPts val="0"/>
              </a:spcAft>
              <a:buSzPct val="100000"/>
              <a:buFontTx/>
              <a:buChar char="-"/>
              <a:defRPr sz="2800"/>
            </a:pPr>
            <a:endParaRPr sz="2800" kern="0">
              <a:latin typeface="+mj-lt"/>
              <a:ea typeface="+mj-ea"/>
              <a:cs typeface="+mj-cs"/>
              <a:sym typeface="Calibri"/>
            </a:endParaRPr>
          </a:p>
          <a:p>
            <a:pPr marL="457200" indent="-457200" eaLnBrk="1" fontAlgn="auto">
              <a:spcBef>
                <a:spcPts val="0"/>
              </a:spcBef>
              <a:spcAft>
                <a:spcPts val="0"/>
              </a:spcAft>
              <a:buSzPct val="100000"/>
              <a:buFontTx/>
              <a:buChar char="-"/>
              <a:defRPr sz="2800"/>
            </a:pPr>
            <a:endParaRPr sz="2800" kern="0">
              <a:latin typeface="+mj-lt"/>
              <a:ea typeface="+mj-ea"/>
              <a:cs typeface="+mj-cs"/>
              <a:sym typeface="Calibri"/>
            </a:endParaRPr>
          </a:p>
          <a:p>
            <a:pPr marL="457200" indent="-457200" eaLnBrk="1" fontAlgn="auto">
              <a:spcBef>
                <a:spcPts val="0"/>
              </a:spcBef>
              <a:spcAft>
                <a:spcPts val="0"/>
              </a:spcAft>
              <a:buSzPct val="100000"/>
              <a:buFontTx/>
              <a:buChar char="-"/>
              <a:defRPr sz="2800"/>
            </a:pPr>
            <a:endParaRPr sz="2800" kern="0">
              <a:latin typeface="+mj-lt"/>
              <a:ea typeface="+mj-ea"/>
              <a:cs typeface="+mj-cs"/>
              <a:sym typeface="Calibri"/>
            </a:endParaRPr>
          </a:p>
          <a:p>
            <a:pPr marL="457200" indent="-457200" eaLnBrk="1" fontAlgn="auto">
              <a:spcBef>
                <a:spcPts val="0"/>
              </a:spcBef>
              <a:spcAft>
                <a:spcPts val="0"/>
              </a:spcAft>
              <a:buSzPct val="100000"/>
              <a:buFontTx/>
              <a:buChar char="-"/>
              <a:defRPr sz="2800"/>
            </a:pPr>
            <a:endParaRPr sz="2800" kern="0">
              <a:latin typeface="+mj-lt"/>
              <a:ea typeface="+mj-ea"/>
              <a:cs typeface="+mj-cs"/>
              <a:sym typeface="Calibri"/>
            </a:endParaRPr>
          </a:p>
          <a:p>
            <a:pPr marL="457200" indent="-457200" eaLnBrk="1" fontAlgn="auto">
              <a:spcBef>
                <a:spcPts val="0"/>
              </a:spcBef>
              <a:spcAft>
                <a:spcPts val="0"/>
              </a:spcAft>
              <a:buSzPct val="100000"/>
              <a:buFontTx/>
              <a:buChar char="-"/>
              <a:defRPr sz="2800"/>
            </a:pPr>
            <a:endParaRPr sz="2800" kern="0">
              <a:latin typeface="+mj-lt"/>
              <a:ea typeface="+mj-ea"/>
              <a:cs typeface="+mj-cs"/>
              <a:sym typeface="Calibri"/>
            </a:endParaRPr>
          </a:p>
          <a:p>
            <a:pPr marL="457200" indent="-457200" eaLnBrk="1" fontAlgn="auto">
              <a:spcBef>
                <a:spcPts val="0"/>
              </a:spcBef>
              <a:spcAft>
                <a:spcPts val="0"/>
              </a:spcAft>
              <a:buSzPct val="100000"/>
              <a:buFontTx/>
              <a:buChar char="-"/>
              <a:defRPr sz="2800"/>
            </a:pPr>
            <a:endParaRPr sz="2800" kern="0">
              <a:latin typeface="+mj-lt"/>
              <a:ea typeface="+mj-ea"/>
              <a:cs typeface="+mj-cs"/>
              <a:sym typeface="Calibri"/>
            </a:endParaRPr>
          </a:p>
          <a:p>
            <a:pPr marL="457200" indent="-457200" eaLnBrk="1" fontAlgn="auto">
              <a:spcBef>
                <a:spcPts val="0"/>
              </a:spcBef>
              <a:spcAft>
                <a:spcPts val="0"/>
              </a:spcAft>
              <a:buSzPct val="100000"/>
              <a:buFontTx/>
              <a:buChar char="-"/>
              <a:defRPr sz="2800"/>
            </a:pPr>
            <a:endParaRPr sz="2800" kern="0">
              <a:latin typeface="+mj-lt"/>
              <a:ea typeface="+mj-ea"/>
              <a:cs typeface="+mj-cs"/>
              <a:sym typeface="Calibri"/>
            </a:endParaRPr>
          </a:p>
          <a:p>
            <a:pPr marL="457200" indent="-457200" eaLnBrk="1" fontAlgn="auto">
              <a:spcBef>
                <a:spcPts val="0"/>
              </a:spcBef>
              <a:spcAft>
                <a:spcPts val="0"/>
              </a:spcAft>
              <a:buSzPct val="100000"/>
              <a:buFontTx/>
              <a:buChar char="-"/>
              <a:defRPr sz="2800"/>
            </a:pPr>
            <a:endParaRPr sz="2800" kern="0">
              <a:latin typeface="+mj-lt"/>
              <a:ea typeface="+mj-ea"/>
              <a:cs typeface="+mj-cs"/>
              <a:sym typeface="Calibri"/>
            </a:endParaRPr>
          </a:p>
          <a:p>
            <a:pPr marL="457200" indent="-457200" eaLnBrk="1" fontAlgn="auto">
              <a:spcBef>
                <a:spcPts val="0"/>
              </a:spcBef>
              <a:spcAft>
                <a:spcPts val="0"/>
              </a:spcAft>
              <a:buSzPct val="100000"/>
              <a:buFontTx/>
              <a:buChar char="-"/>
              <a:defRPr sz="2800"/>
            </a:pPr>
            <a:endParaRPr sz="2800" kern="0">
              <a:latin typeface="+mj-lt"/>
              <a:ea typeface="+mj-ea"/>
              <a:cs typeface="+mj-cs"/>
              <a:sym typeface="Calibri"/>
            </a:endParaRPr>
          </a:p>
          <a:p>
            <a:pPr marL="457200" indent="-457200" eaLnBrk="1" fontAlgn="auto">
              <a:spcBef>
                <a:spcPts val="0"/>
              </a:spcBef>
              <a:spcAft>
                <a:spcPts val="0"/>
              </a:spcAft>
              <a:buSzPct val="100000"/>
              <a:buFontTx/>
              <a:buChar char="-"/>
              <a:defRPr sz="2800"/>
            </a:pPr>
            <a:endParaRPr sz="2800" kern="0">
              <a:latin typeface="+mj-lt"/>
              <a:ea typeface="+mj-ea"/>
              <a:cs typeface="+mj-cs"/>
              <a:sym typeface="Calibri"/>
            </a:endParaRPr>
          </a:p>
          <a:p>
            <a:pPr marL="457200" indent="-457200" eaLnBrk="1" fontAlgn="auto">
              <a:spcBef>
                <a:spcPts val="0"/>
              </a:spcBef>
              <a:spcAft>
                <a:spcPts val="0"/>
              </a:spcAft>
              <a:buSzPct val="100000"/>
              <a:buFontTx/>
              <a:buChar char="-"/>
              <a:defRPr sz="2800"/>
            </a:pPr>
            <a:endParaRPr sz="2800" kern="0">
              <a:latin typeface="+mj-lt"/>
              <a:ea typeface="+mj-ea"/>
              <a:cs typeface="+mj-cs"/>
              <a:sym typeface="Calibri"/>
            </a:endParaRPr>
          </a:p>
        </p:txBody>
      </p:sp>
      <p:pic>
        <p:nvPicPr>
          <p:cNvPr id="8207" name="Picture 2">
            <a:extLst>
              <a:ext uri="{FF2B5EF4-FFF2-40B4-BE49-F238E27FC236}">
                <a16:creationId xmlns:a16="http://schemas.microsoft.com/office/drawing/2014/main" id="{834E3E3B-17FC-4864-C552-94B7D92D6D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1485900"/>
            <a:ext cx="13106400" cy="731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9218" name="Group 14">
            <a:extLst>
              <a:ext uri="{FF2B5EF4-FFF2-40B4-BE49-F238E27FC236}">
                <a16:creationId xmlns:a16="http://schemas.microsoft.com/office/drawing/2014/main" id="{9D4C02A7-E989-9911-08A2-969333FB4526}"/>
              </a:ext>
            </a:extLst>
          </p:cNvPr>
          <p:cNvGrpSpPr>
            <a:grpSpLocks/>
          </p:cNvGrpSpPr>
          <p:nvPr/>
        </p:nvGrpSpPr>
        <p:grpSpPr bwMode="auto">
          <a:xfrm>
            <a:off x="735013" y="5318125"/>
            <a:ext cx="993775" cy="992188"/>
            <a:chOff x="0" y="0"/>
            <a:chExt cx="992462" cy="992462"/>
          </a:xfrm>
        </p:grpSpPr>
        <p:sp>
          <p:nvSpPr>
            <p:cNvPr id="9247" name="Freeform 15">
              <a:extLst>
                <a:ext uri="{FF2B5EF4-FFF2-40B4-BE49-F238E27FC236}">
                  <a16:creationId xmlns:a16="http://schemas.microsoft.com/office/drawing/2014/main" id="{0B58474B-04FD-EC95-08C2-1564293CCEE3}"/>
                </a:ext>
              </a:extLst>
            </p:cNvPr>
            <p:cNvSpPr>
              <a:spLocks noChangeArrowheads="1"/>
            </p:cNvSpPr>
            <p:nvPr/>
          </p:nvSpPr>
          <p:spPr bwMode="auto">
            <a:xfrm>
              <a:off x="0" y="0"/>
              <a:ext cx="992463" cy="992463"/>
            </a:xfrm>
            <a:prstGeom prst="ellipse">
              <a:avLst/>
            </a:prstGeom>
            <a:solidFill>
              <a:srgbClr val="FD6220"/>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9248" name="TextBox 16">
              <a:extLst>
                <a:ext uri="{FF2B5EF4-FFF2-40B4-BE49-F238E27FC236}">
                  <a16:creationId xmlns:a16="http://schemas.microsoft.com/office/drawing/2014/main" id="{02086DB5-E693-FB9A-701F-4C4BA008336D}"/>
                </a:ext>
              </a:extLst>
            </p:cNvPr>
            <p:cNvSpPr txBox="1">
              <a:spLocks noChangeArrowheads="1"/>
            </p:cNvSpPr>
            <p:nvPr/>
          </p:nvSpPr>
          <p:spPr bwMode="auto">
            <a:xfrm>
              <a:off x="93043" y="184610"/>
              <a:ext cx="806377" cy="553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3700"/>
                </a:lnSpc>
              </a:pPr>
              <a:r>
                <a:rPr lang="en-US" altLang="en-US" sz="2600">
                  <a:solidFill>
                    <a:srgbClr val="FFFEFE"/>
                  </a:solidFill>
                  <a:latin typeface="Gotham"/>
                  <a:ea typeface="Gotham"/>
                  <a:cs typeface="Gotham"/>
                  <a:sym typeface="Gotham"/>
                </a:rPr>
                <a:t>6</a:t>
              </a:r>
            </a:p>
          </p:txBody>
        </p:sp>
      </p:grpSp>
      <p:grpSp>
        <p:nvGrpSpPr>
          <p:cNvPr id="9219" name="Group 17">
            <a:extLst>
              <a:ext uri="{FF2B5EF4-FFF2-40B4-BE49-F238E27FC236}">
                <a16:creationId xmlns:a16="http://schemas.microsoft.com/office/drawing/2014/main" id="{FB0DD724-C894-55DB-79FA-F8EDF6DDF084}"/>
              </a:ext>
            </a:extLst>
          </p:cNvPr>
          <p:cNvGrpSpPr>
            <a:grpSpLocks/>
          </p:cNvGrpSpPr>
          <p:nvPr/>
        </p:nvGrpSpPr>
        <p:grpSpPr bwMode="auto">
          <a:xfrm>
            <a:off x="977900" y="3316288"/>
            <a:ext cx="508000" cy="542925"/>
            <a:chOff x="0" y="0"/>
            <a:chExt cx="508157" cy="543804"/>
          </a:xfrm>
        </p:grpSpPr>
        <p:sp>
          <p:nvSpPr>
            <p:cNvPr id="9245" name="Freeform 18">
              <a:extLst>
                <a:ext uri="{FF2B5EF4-FFF2-40B4-BE49-F238E27FC236}">
                  <a16:creationId xmlns:a16="http://schemas.microsoft.com/office/drawing/2014/main" id="{41163777-F02D-9B6F-1181-AF54EDFBADCD}"/>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9246" name="TextBox 19">
              <a:extLst>
                <a:ext uri="{FF2B5EF4-FFF2-40B4-BE49-F238E27FC236}">
                  <a16:creationId xmlns:a16="http://schemas.microsoft.com/office/drawing/2014/main" id="{9CC6B508-A615-C12E-32B8-4D153B3F938A}"/>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3</a:t>
              </a:r>
            </a:p>
          </p:txBody>
        </p:sp>
      </p:grpSp>
      <p:grpSp>
        <p:nvGrpSpPr>
          <p:cNvPr id="9220" name="Group 20">
            <a:extLst>
              <a:ext uri="{FF2B5EF4-FFF2-40B4-BE49-F238E27FC236}">
                <a16:creationId xmlns:a16="http://schemas.microsoft.com/office/drawing/2014/main" id="{AA8AC0D9-3DAD-6717-56D5-CD4B75397BBC}"/>
              </a:ext>
            </a:extLst>
          </p:cNvPr>
          <p:cNvGrpSpPr>
            <a:grpSpLocks/>
          </p:cNvGrpSpPr>
          <p:nvPr/>
        </p:nvGrpSpPr>
        <p:grpSpPr bwMode="auto">
          <a:xfrm>
            <a:off x="977900" y="1982788"/>
            <a:ext cx="508000" cy="542925"/>
            <a:chOff x="0" y="0"/>
            <a:chExt cx="508157" cy="543804"/>
          </a:xfrm>
        </p:grpSpPr>
        <p:sp>
          <p:nvSpPr>
            <p:cNvPr id="9243" name="Freeform 21">
              <a:extLst>
                <a:ext uri="{FF2B5EF4-FFF2-40B4-BE49-F238E27FC236}">
                  <a16:creationId xmlns:a16="http://schemas.microsoft.com/office/drawing/2014/main" id="{DFD03A83-F8C7-FD0C-936F-C49A8CED9568}"/>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9244" name="TextBox 22">
              <a:extLst>
                <a:ext uri="{FF2B5EF4-FFF2-40B4-BE49-F238E27FC236}">
                  <a16:creationId xmlns:a16="http://schemas.microsoft.com/office/drawing/2014/main" id="{BD807F00-2360-F4E2-299F-79FABE2DAD3E}"/>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1</a:t>
              </a:r>
            </a:p>
          </p:txBody>
        </p:sp>
      </p:grpSp>
      <p:grpSp>
        <p:nvGrpSpPr>
          <p:cNvPr id="9221" name="Group 23">
            <a:extLst>
              <a:ext uri="{FF2B5EF4-FFF2-40B4-BE49-F238E27FC236}">
                <a16:creationId xmlns:a16="http://schemas.microsoft.com/office/drawing/2014/main" id="{B7FFC436-1405-8FA9-9805-1C8D5969D4C9}"/>
              </a:ext>
            </a:extLst>
          </p:cNvPr>
          <p:cNvGrpSpPr>
            <a:grpSpLocks/>
          </p:cNvGrpSpPr>
          <p:nvPr/>
        </p:nvGrpSpPr>
        <p:grpSpPr bwMode="auto">
          <a:xfrm>
            <a:off x="977900" y="3983038"/>
            <a:ext cx="508000" cy="544512"/>
            <a:chOff x="0" y="0"/>
            <a:chExt cx="508157" cy="543804"/>
          </a:xfrm>
        </p:grpSpPr>
        <p:sp>
          <p:nvSpPr>
            <p:cNvPr id="9241" name="Freeform 24">
              <a:extLst>
                <a:ext uri="{FF2B5EF4-FFF2-40B4-BE49-F238E27FC236}">
                  <a16:creationId xmlns:a16="http://schemas.microsoft.com/office/drawing/2014/main" id="{97D781E9-DA0A-EF7E-347C-886180D1A00D}"/>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9242" name="TextBox 25">
              <a:extLst>
                <a:ext uri="{FF2B5EF4-FFF2-40B4-BE49-F238E27FC236}">
                  <a16:creationId xmlns:a16="http://schemas.microsoft.com/office/drawing/2014/main" id="{EAB6D041-EF65-32F8-0169-0FFEA24E772E}"/>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4</a:t>
              </a:r>
            </a:p>
          </p:txBody>
        </p:sp>
      </p:grpSp>
      <p:grpSp>
        <p:nvGrpSpPr>
          <p:cNvPr id="9222" name="Group 26">
            <a:extLst>
              <a:ext uri="{FF2B5EF4-FFF2-40B4-BE49-F238E27FC236}">
                <a16:creationId xmlns:a16="http://schemas.microsoft.com/office/drawing/2014/main" id="{8759439C-AA98-1176-634A-C5C4A7852F2F}"/>
              </a:ext>
            </a:extLst>
          </p:cNvPr>
          <p:cNvGrpSpPr>
            <a:grpSpLocks/>
          </p:cNvGrpSpPr>
          <p:nvPr/>
        </p:nvGrpSpPr>
        <p:grpSpPr bwMode="auto">
          <a:xfrm>
            <a:off x="977900" y="2647950"/>
            <a:ext cx="508000" cy="544513"/>
            <a:chOff x="0" y="0"/>
            <a:chExt cx="508157" cy="543804"/>
          </a:xfrm>
        </p:grpSpPr>
        <p:sp>
          <p:nvSpPr>
            <p:cNvPr id="9239" name="Freeform 27">
              <a:extLst>
                <a:ext uri="{FF2B5EF4-FFF2-40B4-BE49-F238E27FC236}">
                  <a16:creationId xmlns:a16="http://schemas.microsoft.com/office/drawing/2014/main" id="{3FBD33E1-1071-BB7F-110B-1363C62E3371}"/>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9240" name="TextBox 28">
              <a:extLst>
                <a:ext uri="{FF2B5EF4-FFF2-40B4-BE49-F238E27FC236}">
                  <a16:creationId xmlns:a16="http://schemas.microsoft.com/office/drawing/2014/main" id="{C486B21F-2EC4-2D3C-7307-A364B97F7DC4}"/>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2</a:t>
              </a:r>
            </a:p>
          </p:txBody>
        </p:sp>
      </p:grpSp>
      <p:grpSp>
        <p:nvGrpSpPr>
          <p:cNvPr id="9223" name="Group 29">
            <a:extLst>
              <a:ext uri="{FF2B5EF4-FFF2-40B4-BE49-F238E27FC236}">
                <a16:creationId xmlns:a16="http://schemas.microsoft.com/office/drawing/2014/main" id="{D0744CFC-D143-81DA-4B30-4C851A944F2A}"/>
              </a:ext>
            </a:extLst>
          </p:cNvPr>
          <p:cNvGrpSpPr>
            <a:grpSpLocks/>
          </p:cNvGrpSpPr>
          <p:nvPr/>
        </p:nvGrpSpPr>
        <p:grpSpPr bwMode="auto">
          <a:xfrm>
            <a:off x="977900" y="6426200"/>
            <a:ext cx="508000" cy="542925"/>
            <a:chOff x="0" y="0"/>
            <a:chExt cx="508157" cy="543804"/>
          </a:xfrm>
        </p:grpSpPr>
        <p:sp>
          <p:nvSpPr>
            <p:cNvPr id="9237" name="Freeform 30">
              <a:extLst>
                <a:ext uri="{FF2B5EF4-FFF2-40B4-BE49-F238E27FC236}">
                  <a16:creationId xmlns:a16="http://schemas.microsoft.com/office/drawing/2014/main" id="{46C057C9-2F01-8ACE-C9E5-BDEFC1D0BCC8}"/>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9238" name="TextBox 31">
              <a:extLst>
                <a:ext uri="{FF2B5EF4-FFF2-40B4-BE49-F238E27FC236}">
                  <a16:creationId xmlns:a16="http://schemas.microsoft.com/office/drawing/2014/main" id="{11257CD4-6651-C3A7-71EA-12CD55F8F3DD}"/>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7</a:t>
              </a:r>
            </a:p>
          </p:txBody>
        </p:sp>
      </p:grpSp>
      <p:grpSp>
        <p:nvGrpSpPr>
          <p:cNvPr id="9224" name="Group 32">
            <a:extLst>
              <a:ext uri="{FF2B5EF4-FFF2-40B4-BE49-F238E27FC236}">
                <a16:creationId xmlns:a16="http://schemas.microsoft.com/office/drawing/2014/main" id="{AB5E3856-598F-FE6A-C8F4-90D3BD39E023}"/>
              </a:ext>
            </a:extLst>
          </p:cNvPr>
          <p:cNvGrpSpPr>
            <a:grpSpLocks/>
          </p:cNvGrpSpPr>
          <p:nvPr/>
        </p:nvGrpSpPr>
        <p:grpSpPr bwMode="auto">
          <a:xfrm>
            <a:off x="977900" y="4651375"/>
            <a:ext cx="508000" cy="542925"/>
            <a:chOff x="0" y="0"/>
            <a:chExt cx="508157" cy="543804"/>
          </a:xfrm>
        </p:grpSpPr>
        <p:sp>
          <p:nvSpPr>
            <p:cNvPr id="9235" name="Freeform 33">
              <a:extLst>
                <a:ext uri="{FF2B5EF4-FFF2-40B4-BE49-F238E27FC236}">
                  <a16:creationId xmlns:a16="http://schemas.microsoft.com/office/drawing/2014/main" id="{646A2CBA-70AB-47B7-3F00-A5820F364265}"/>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9236" name="TextBox 34">
              <a:extLst>
                <a:ext uri="{FF2B5EF4-FFF2-40B4-BE49-F238E27FC236}">
                  <a16:creationId xmlns:a16="http://schemas.microsoft.com/office/drawing/2014/main" id="{BE4AD355-03E1-CF3E-14D3-D24CB055BDB3}"/>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5</a:t>
              </a:r>
            </a:p>
          </p:txBody>
        </p:sp>
      </p:grpSp>
      <p:grpSp>
        <p:nvGrpSpPr>
          <p:cNvPr id="9225" name="Group 37">
            <a:extLst>
              <a:ext uri="{FF2B5EF4-FFF2-40B4-BE49-F238E27FC236}">
                <a16:creationId xmlns:a16="http://schemas.microsoft.com/office/drawing/2014/main" id="{0C61CF8A-0F82-F8A8-1457-67CFBE96A710}"/>
              </a:ext>
            </a:extLst>
          </p:cNvPr>
          <p:cNvGrpSpPr>
            <a:grpSpLocks/>
          </p:cNvGrpSpPr>
          <p:nvPr/>
        </p:nvGrpSpPr>
        <p:grpSpPr bwMode="auto">
          <a:xfrm>
            <a:off x="977900" y="7092950"/>
            <a:ext cx="508000" cy="544513"/>
            <a:chOff x="0" y="0"/>
            <a:chExt cx="508157" cy="543804"/>
          </a:xfrm>
        </p:grpSpPr>
        <p:sp>
          <p:nvSpPr>
            <p:cNvPr id="9233" name="Freeform 38">
              <a:extLst>
                <a:ext uri="{FF2B5EF4-FFF2-40B4-BE49-F238E27FC236}">
                  <a16:creationId xmlns:a16="http://schemas.microsoft.com/office/drawing/2014/main" id="{DEC30D35-1A2B-B47E-49A9-4233CCF373E6}"/>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9234" name="TextBox 39">
              <a:extLst>
                <a:ext uri="{FF2B5EF4-FFF2-40B4-BE49-F238E27FC236}">
                  <a16:creationId xmlns:a16="http://schemas.microsoft.com/office/drawing/2014/main" id="{757C7B87-21A6-914F-B472-153E1BE1612C}"/>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8</a:t>
              </a:r>
            </a:p>
          </p:txBody>
        </p:sp>
      </p:grpSp>
      <p:grpSp>
        <p:nvGrpSpPr>
          <p:cNvPr id="9226" name="Group 40">
            <a:extLst>
              <a:ext uri="{FF2B5EF4-FFF2-40B4-BE49-F238E27FC236}">
                <a16:creationId xmlns:a16="http://schemas.microsoft.com/office/drawing/2014/main" id="{C7CD8760-EC77-1F9D-B13A-C62AA46A7EF8}"/>
              </a:ext>
            </a:extLst>
          </p:cNvPr>
          <p:cNvGrpSpPr>
            <a:grpSpLocks/>
          </p:cNvGrpSpPr>
          <p:nvPr/>
        </p:nvGrpSpPr>
        <p:grpSpPr bwMode="auto">
          <a:xfrm>
            <a:off x="977900" y="7761288"/>
            <a:ext cx="508000" cy="542925"/>
            <a:chOff x="0" y="0"/>
            <a:chExt cx="508157" cy="543804"/>
          </a:xfrm>
        </p:grpSpPr>
        <p:sp>
          <p:nvSpPr>
            <p:cNvPr id="9231" name="Freeform 41">
              <a:extLst>
                <a:ext uri="{FF2B5EF4-FFF2-40B4-BE49-F238E27FC236}">
                  <a16:creationId xmlns:a16="http://schemas.microsoft.com/office/drawing/2014/main" id="{D4EA6496-701D-03E4-3F11-09F386509C32}"/>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9232" name="TextBox 42">
              <a:extLst>
                <a:ext uri="{FF2B5EF4-FFF2-40B4-BE49-F238E27FC236}">
                  <a16:creationId xmlns:a16="http://schemas.microsoft.com/office/drawing/2014/main" id="{2817B237-7F5B-7A49-30D8-7C4F938167C5}"/>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9</a:t>
              </a:r>
            </a:p>
          </p:txBody>
        </p:sp>
      </p:grpSp>
      <p:sp>
        <p:nvSpPr>
          <p:cNvPr id="9227" name="Freeform 10">
            <a:extLst>
              <a:ext uri="{FF2B5EF4-FFF2-40B4-BE49-F238E27FC236}">
                <a16:creationId xmlns:a16="http://schemas.microsoft.com/office/drawing/2014/main" id="{8CE805F0-2C04-5DEF-0F2A-1E7042BDA313}"/>
              </a:ext>
            </a:extLst>
          </p:cNvPr>
          <p:cNvSpPr>
            <a:spLocks noChangeArrowheads="1"/>
          </p:cNvSpPr>
          <p:nvPr/>
        </p:nvSpPr>
        <p:spPr bwMode="auto">
          <a:xfrm>
            <a:off x="16313150" y="911225"/>
            <a:ext cx="946150" cy="234950"/>
          </a:xfrm>
          <a:prstGeom prst="rect">
            <a:avLst/>
          </a:prstGeom>
          <a:blipFill dpi="0" rotWithShape="1">
            <a:blip r:embed="rId2"/>
            <a:srcRect/>
            <a:stretch>
              <a:fillRect/>
            </a:stretch>
          </a:blip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9228" name="TextBox 46">
            <a:extLst>
              <a:ext uri="{FF2B5EF4-FFF2-40B4-BE49-F238E27FC236}">
                <a16:creationId xmlns:a16="http://schemas.microsoft.com/office/drawing/2014/main" id="{4FA1C04F-D6E0-2ED9-EC3E-D38BAAB23191}"/>
              </a:ext>
            </a:extLst>
          </p:cNvPr>
          <p:cNvSpPr txBox="1">
            <a:spLocks noChangeArrowheads="1"/>
          </p:cNvSpPr>
          <p:nvPr/>
        </p:nvSpPr>
        <p:spPr bwMode="auto">
          <a:xfrm>
            <a:off x="236538" y="315913"/>
            <a:ext cx="17814925" cy="76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r>
              <a:rPr lang="en-US" altLang="en-US" sz="4800" b="1">
                <a:solidFill>
                  <a:srgbClr val="0033CC"/>
                </a:solidFill>
                <a:latin typeface="Times New Roman" panose="02020603050405020304" pitchFamily="18" charset="0"/>
                <a:cs typeface="Times New Roman" panose="02020603050405020304" pitchFamily="18" charset="0"/>
                <a:sym typeface="Times New Roman" panose="02020603050405020304" pitchFamily="18" charset="0"/>
              </a:rPr>
              <a:t>WORKFLOW</a:t>
            </a:r>
          </a:p>
        </p:txBody>
      </p:sp>
      <p:sp>
        <p:nvSpPr>
          <p:cNvPr id="9229" name="TextBox 49">
            <a:extLst>
              <a:ext uri="{FF2B5EF4-FFF2-40B4-BE49-F238E27FC236}">
                <a16:creationId xmlns:a16="http://schemas.microsoft.com/office/drawing/2014/main" id="{D8BA080E-F401-48D6-4851-F0828AACC151}"/>
              </a:ext>
            </a:extLst>
          </p:cNvPr>
          <p:cNvSpPr txBox="1">
            <a:spLocks noChangeArrowheads="1"/>
          </p:cNvSpPr>
          <p:nvPr/>
        </p:nvSpPr>
        <p:spPr bwMode="auto">
          <a:xfrm>
            <a:off x="2255838" y="1638300"/>
            <a:ext cx="14990762" cy="7843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sz="2800"/>
          </a:p>
        </p:txBody>
      </p:sp>
      <p:pic>
        <p:nvPicPr>
          <p:cNvPr id="9230" name="Picture 2">
            <a:extLst>
              <a:ext uri="{FF2B5EF4-FFF2-40B4-BE49-F238E27FC236}">
                <a16:creationId xmlns:a16="http://schemas.microsoft.com/office/drawing/2014/main" id="{E6B09368-69EE-1144-9CC7-CAACEB7E79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1485900"/>
            <a:ext cx="13106400" cy="731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242" name="Group 19">
            <a:extLst>
              <a:ext uri="{FF2B5EF4-FFF2-40B4-BE49-F238E27FC236}">
                <a16:creationId xmlns:a16="http://schemas.microsoft.com/office/drawing/2014/main" id="{ADD3EA3C-4E4E-8FC7-3212-E7AC69ABC1ED}"/>
              </a:ext>
            </a:extLst>
          </p:cNvPr>
          <p:cNvGrpSpPr>
            <a:grpSpLocks/>
          </p:cNvGrpSpPr>
          <p:nvPr/>
        </p:nvGrpSpPr>
        <p:grpSpPr bwMode="auto">
          <a:xfrm>
            <a:off x="735013" y="5976938"/>
            <a:ext cx="993775" cy="992187"/>
            <a:chOff x="0" y="0"/>
            <a:chExt cx="992462" cy="992462"/>
          </a:xfrm>
        </p:grpSpPr>
        <p:sp>
          <p:nvSpPr>
            <p:cNvPr id="10270" name="Freeform 20">
              <a:extLst>
                <a:ext uri="{FF2B5EF4-FFF2-40B4-BE49-F238E27FC236}">
                  <a16:creationId xmlns:a16="http://schemas.microsoft.com/office/drawing/2014/main" id="{502211B4-1A1D-82A3-7365-05FB1043DF1A}"/>
                </a:ext>
              </a:extLst>
            </p:cNvPr>
            <p:cNvSpPr>
              <a:spLocks noChangeArrowheads="1"/>
            </p:cNvSpPr>
            <p:nvPr/>
          </p:nvSpPr>
          <p:spPr bwMode="auto">
            <a:xfrm>
              <a:off x="0" y="0"/>
              <a:ext cx="992463" cy="992463"/>
            </a:xfrm>
            <a:prstGeom prst="ellipse">
              <a:avLst/>
            </a:prstGeom>
            <a:solidFill>
              <a:srgbClr val="FD6220"/>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0271" name="TextBox 21">
              <a:extLst>
                <a:ext uri="{FF2B5EF4-FFF2-40B4-BE49-F238E27FC236}">
                  <a16:creationId xmlns:a16="http://schemas.microsoft.com/office/drawing/2014/main" id="{851FDED3-12A0-DBAE-DD40-0083E4BAFC9F}"/>
                </a:ext>
              </a:extLst>
            </p:cNvPr>
            <p:cNvSpPr txBox="1">
              <a:spLocks noChangeArrowheads="1"/>
            </p:cNvSpPr>
            <p:nvPr/>
          </p:nvSpPr>
          <p:spPr bwMode="auto">
            <a:xfrm>
              <a:off x="93043" y="184610"/>
              <a:ext cx="806377" cy="553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3700"/>
                </a:lnSpc>
              </a:pPr>
              <a:r>
                <a:rPr lang="en-US" altLang="en-US" sz="2600">
                  <a:solidFill>
                    <a:srgbClr val="FFFEFE"/>
                  </a:solidFill>
                  <a:latin typeface="Gotham"/>
                  <a:ea typeface="Gotham"/>
                  <a:cs typeface="Gotham"/>
                  <a:sym typeface="Gotham"/>
                </a:rPr>
                <a:t>7</a:t>
              </a:r>
            </a:p>
          </p:txBody>
        </p:sp>
      </p:grpSp>
      <p:grpSp>
        <p:nvGrpSpPr>
          <p:cNvPr id="10243" name="Group 22">
            <a:extLst>
              <a:ext uri="{FF2B5EF4-FFF2-40B4-BE49-F238E27FC236}">
                <a16:creationId xmlns:a16="http://schemas.microsoft.com/office/drawing/2014/main" id="{CD0CAD5C-6233-C974-9C44-53FE973259BC}"/>
              </a:ext>
            </a:extLst>
          </p:cNvPr>
          <p:cNvGrpSpPr>
            <a:grpSpLocks/>
          </p:cNvGrpSpPr>
          <p:nvPr/>
        </p:nvGrpSpPr>
        <p:grpSpPr bwMode="auto">
          <a:xfrm>
            <a:off x="977900" y="3316288"/>
            <a:ext cx="508000" cy="542925"/>
            <a:chOff x="0" y="0"/>
            <a:chExt cx="508157" cy="543804"/>
          </a:xfrm>
        </p:grpSpPr>
        <p:sp>
          <p:nvSpPr>
            <p:cNvPr id="10268" name="Freeform 23">
              <a:extLst>
                <a:ext uri="{FF2B5EF4-FFF2-40B4-BE49-F238E27FC236}">
                  <a16:creationId xmlns:a16="http://schemas.microsoft.com/office/drawing/2014/main" id="{DCCFB3D5-17A9-33C4-AC0C-67D34BAA83C6}"/>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0269" name="TextBox 24">
              <a:extLst>
                <a:ext uri="{FF2B5EF4-FFF2-40B4-BE49-F238E27FC236}">
                  <a16:creationId xmlns:a16="http://schemas.microsoft.com/office/drawing/2014/main" id="{5B4C63DE-077E-121D-9930-3BAAB108C667}"/>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3</a:t>
              </a:r>
            </a:p>
          </p:txBody>
        </p:sp>
      </p:grpSp>
      <p:grpSp>
        <p:nvGrpSpPr>
          <p:cNvPr id="10244" name="Group 25">
            <a:extLst>
              <a:ext uri="{FF2B5EF4-FFF2-40B4-BE49-F238E27FC236}">
                <a16:creationId xmlns:a16="http://schemas.microsoft.com/office/drawing/2014/main" id="{0A336199-6A2B-C2EF-4EAD-ABD1075FA196}"/>
              </a:ext>
            </a:extLst>
          </p:cNvPr>
          <p:cNvGrpSpPr>
            <a:grpSpLocks/>
          </p:cNvGrpSpPr>
          <p:nvPr/>
        </p:nvGrpSpPr>
        <p:grpSpPr bwMode="auto">
          <a:xfrm>
            <a:off x="977900" y="1982788"/>
            <a:ext cx="508000" cy="542925"/>
            <a:chOff x="0" y="0"/>
            <a:chExt cx="508157" cy="543804"/>
          </a:xfrm>
        </p:grpSpPr>
        <p:sp>
          <p:nvSpPr>
            <p:cNvPr id="10266" name="Freeform 26">
              <a:extLst>
                <a:ext uri="{FF2B5EF4-FFF2-40B4-BE49-F238E27FC236}">
                  <a16:creationId xmlns:a16="http://schemas.microsoft.com/office/drawing/2014/main" id="{99A2DA5A-7D59-C859-6FB1-82701C91A662}"/>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0267" name="TextBox 27">
              <a:extLst>
                <a:ext uri="{FF2B5EF4-FFF2-40B4-BE49-F238E27FC236}">
                  <a16:creationId xmlns:a16="http://schemas.microsoft.com/office/drawing/2014/main" id="{0BD8134A-6831-B37B-8373-38D43220DD8B}"/>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1</a:t>
              </a:r>
            </a:p>
          </p:txBody>
        </p:sp>
      </p:grpSp>
      <p:grpSp>
        <p:nvGrpSpPr>
          <p:cNvPr id="10245" name="Group 28">
            <a:extLst>
              <a:ext uri="{FF2B5EF4-FFF2-40B4-BE49-F238E27FC236}">
                <a16:creationId xmlns:a16="http://schemas.microsoft.com/office/drawing/2014/main" id="{73DC3D57-975E-467A-BC51-70FAC34D0A03}"/>
              </a:ext>
            </a:extLst>
          </p:cNvPr>
          <p:cNvGrpSpPr>
            <a:grpSpLocks/>
          </p:cNvGrpSpPr>
          <p:nvPr/>
        </p:nvGrpSpPr>
        <p:grpSpPr bwMode="auto">
          <a:xfrm>
            <a:off x="977900" y="3983038"/>
            <a:ext cx="508000" cy="544512"/>
            <a:chOff x="0" y="0"/>
            <a:chExt cx="508157" cy="543804"/>
          </a:xfrm>
        </p:grpSpPr>
        <p:sp>
          <p:nvSpPr>
            <p:cNvPr id="10264" name="Freeform 29">
              <a:extLst>
                <a:ext uri="{FF2B5EF4-FFF2-40B4-BE49-F238E27FC236}">
                  <a16:creationId xmlns:a16="http://schemas.microsoft.com/office/drawing/2014/main" id="{9AFFD17B-5542-C1D1-1C51-112B09AD3AF7}"/>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0265" name="TextBox 30">
              <a:extLst>
                <a:ext uri="{FF2B5EF4-FFF2-40B4-BE49-F238E27FC236}">
                  <a16:creationId xmlns:a16="http://schemas.microsoft.com/office/drawing/2014/main" id="{B5C4CEAE-E375-0FB5-9572-67D6E015BFDB}"/>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4</a:t>
              </a:r>
            </a:p>
          </p:txBody>
        </p:sp>
      </p:grpSp>
      <p:grpSp>
        <p:nvGrpSpPr>
          <p:cNvPr id="10246" name="Group 31">
            <a:extLst>
              <a:ext uri="{FF2B5EF4-FFF2-40B4-BE49-F238E27FC236}">
                <a16:creationId xmlns:a16="http://schemas.microsoft.com/office/drawing/2014/main" id="{9248BD8B-786C-A824-4790-2C1E3C2E09ED}"/>
              </a:ext>
            </a:extLst>
          </p:cNvPr>
          <p:cNvGrpSpPr>
            <a:grpSpLocks/>
          </p:cNvGrpSpPr>
          <p:nvPr/>
        </p:nvGrpSpPr>
        <p:grpSpPr bwMode="auto">
          <a:xfrm>
            <a:off x="977900" y="2647950"/>
            <a:ext cx="508000" cy="544513"/>
            <a:chOff x="0" y="0"/>
            <a:chExt cx="508157" cy="543804"/>
          </a:xfrm>
        </p:grpSpPr>
        <p:sp>
          <p:nvSpPr>
            <p:cNvPr id="10262" name="Freeform 32">
              <a:extLst>
                <a:ext uri="{FF2B5EF4-FFF2-40B4-BE49-F238E27FC236}">
                  <a16:creationId xmlns:a16="http://schemas.microsoft.com/office/drawing/2014/main" id="{54C5CEB6-CE46-AB2D-CE3D-2DF4364255FA}"/>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0263" name="TextBox 33">
              <a:extLst>
                <a:ext uri="{FF2B5EF4-FFF2-40B4-BE49-F238E27FC236}">
                  <a16:creationId xmlns:a16="http://schemas.microsoft.com/office/drawing/2014/main" id="{8EF152D4-616F-B3D9-D5C2-E6110C751D23}"/>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2</a:t>
              </a:r>
            </a:p>
          </p:txBody>
        </p:sp>
      </p:grpSp>
      <p:grpSp>
        <p:nvGrpSpPr>
          <p:cNvPr id="10247" name="Group 34">
            <a:extLst>
              <a:ext uri="{FF2B5EF4-FFF2-40B4-BE49-F238E27FC236}">
                <a16:creationId xmlns:a16="http://schemas.microsoft.com/office/drawing/2014/main" id="{DF1132D7-84D4-F550-4AE5-8BC182A3E73F}"/>
              </a:ext>
            </a:extLst>
          </p:cNvPr>
          <p:cNvGrpSpPr>
            <a:grpSpLocks/>
          </p:cNvGrpSpPr>
          <p:nvPr/>
        </p:nvGrpSpPr>
        <p:grpSpPr bwMode="auto">
          <a:xfrm>
            <a:off x="977900" y="5318125"/>
            <a:ext cx="508000" cy="544513"/>
            <a:chOff x="0" y="0"/>
            <a:chExt cx="508157" cy="543804"/>
          </a:xfrm>
        </p:grpSpPr>
        <p:sp>
          <p:nvSpPr>
            <p:cNvPr id="10260" name="Freeform 35">
              <a:extLst>
                <a:ext uri="{FF2B5EF4-FFF2-40B4-BE49-F238E27FC236}">
                  <a16:creationId xmlns:a16="http://schemas.microsoft.com/office/drawing/2014/main" id="{CAFD718A-A567-ADE1-E984-780D6051B08C}"/>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0261" name="TextBox 36">
              <a:extLst>
                <a:ext uri="{FF2B5EF4-FFF2-40B4-BE49-F238E27FC236}">
                  <a16:creationId xmlns:a16="http://schemas.microsoft.com/office/drawing/2014/main" id="{BE2EEB6F-C563-6FE8-0086-C8411E62EDC5}"/>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6</a:t>
              </a:r>
            </a:p>
          </p:txBody>
        </p:sp>
      </p:grpSp>
      <p:grpSp>
        <p:nvGrpSpPr>
          <p:cNvPr id="10248" name="Group 37">
            <a:extLst>
              <a:ext uri="{FF2B5EF4-FFF2-40B4-BE49-F238E27FC236}">
                <a16:creationId xmlns:a16="http://schemas.microsoft.com/office/drawing/2014/main" id="{4048A5AD-5063-480E-C8A8-9CC9638849E0}"/>
              </a:ext>
            </a:extLst>
          </p:cNvPr>
          <p:cNvGrpSpPr>
            <a:grpSpLocks/>
          </p:cNvGrpSpPr>
          <p:nvPr/>
        </p:nvGrpSpPr>
        <p:grpSpPr bwMode="auto">
          <a:xfrm>
            <a:off x="977900" y="4651375"/>
            <a:ext cx="508000" cy="542925"/>
            <a:chOff x="0" y="0"/>
            <a:chExt cx="508157" cy="543804"/>
          </a:xfrm>
        </p:grpSpPr>
        <p:sp>
          <p:nvSpPr>
            <p:cNvPr id="10258" name="Freeform 38">
              <a:extLst>
                <a:ext uri="{FF2B5EF4-FFF2-40B4-BE49-F238E27FC236}">
                  <a16:creationId xmlns:a16="http://schemas.microsoft.com/office/drawing/2014/main" id="{66BCEBC0-6191-DCBB-3FE9-A31C552A8643}"/>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0259" name="TextBox 39">
              <a:extLst>
                <a:ext uri="{FF2B5EF4-FFF2-40B4-BE49-F238E27FC236}">
                  <a16:creationId xmlns:a16="http://schemas.microsoft.com/office/drawing/2014/main" id="{46885172-8CA5-3A3F-3B0F-7A1BE977B683}"/>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5</a:t>
              </a:r>
            </a:p>
          </p:txBody>
        </p:sp>
      </p:grpSp>
      <p:grpSp>
        <p:nvGrpSpPr>
          <p:cNvPr id="10249" name="Group 40">
            <a:extLst>
              <a:ext uri="{FF2B5EF4-FFF2-40B4-BE49-F238E27FC236}">
                <a16:creationId xmlns:a16="http://schemas.microsoft.com/office/drawing/2014/main" id="{645DBD77-AF13-AB89-8A42-B023F047FDA2}"/>
              </a:ext>
            </a:extLst>
          </p:cNvPr>
          <p:cNvGrpSpPr>
            <a:grpSpLocks/>
          </p:cNvGrpSpPr>
          <p:nvPr/>
        </p:nvGrpSpPr>
        <p:grpSpPr bwMode="auto">
          <a:xfrm>
            <a:off x="977900" y="7092950"/>
            <a:ext cx="508000" cy="544513"/>
            <a:chOff x="0" y="0"/>
            <a:chExt cx="508157" cy="543804"/>
          </a:xfrm>
        </p:grpSpPr>
        <p:sp>
          <p:nvSpPr>
            <p:cNvPr id="10256" name="Freeform 41">
              <a:extLst>
                <a:ext uri="{FF2B5EF4-FFF2-40B4-BE49-F238E27FC236}">
                  <a16:creationId xmlns:a16="http://schemas.microsoft.com/office/drawing/2014/main" id="{72E8633B-C328-0AFC-A255-9886811EB98E}"/>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0257" name="TextBox 42">
              <a:extLst>
                <a:ext uri="{FF2B5EF4-FFF2-40B4-BE49-F238E27FC236}">
                  <a16:creationId xmlns:a16="http://schemas.microsoft.com/office/drawing/2014/main" id="{A9C3E093-F401-56B4-73DF-1857AB48DCA2}"/>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8</a:t>
              </a:r>
            </a:p>
          </p:txBody>
        </p:sp>
      </p:grpSp>
      <p:grpSp>
        <p:nvGrpSpPr>
          <p:cNvPr id="10250" name="Group 43">
            <a:extLst>
              <a:ext uri="{FF2B5EF4-FFF2-40B4-BE49-F238E27FC236}">
                <a16:creationId xmlns:a16="http://schemas.microsoft.com/office/drawing/2014/main" id="{CB79A2BA-25D2-77C9-4B89-BED9077CEA73}"/>
              </a:ext>
            </a:extLst>
          </p:cNvPr>
          <p:cNvGrpSpPr>
            <a:grpSpLocks/>
          </p:cNvGrpSpPr>
          <p:nvPr/>
        </p:nvGrpSpPr>
        <p:grpSpPr bwMode="auto">
          <a:xfrm>
            <a:off x="977900" y="7761288"/>
            <a:ext cx="508000" cy="542925"/>
            <a:chOff x="0" y="0"/>
            <a:chExt cx="508157" cy="543804"/>
          </a:xfrm>
        </p:grpSpPr>
        <p:sp>
          <p:nvSpPr>
            <p:cNvPr id="10254" name="Freeform 44">
              <a:extLst>
                <a:ext uri="{FF2B5EF4-FFF2-40B4-BE49-F238E27FC236}">
                  <a16:creationId xmlns:a16="http://schemas.microsoft.com/office/drawing/2014/main" id="{5476AD09-FB02-010A-8717-1B732C5E6ACC}"/>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0255" name="TextBox 45">
              <a:extLst>
                <a:ext uri="{FF2B5EF4-FFF2-40B4-BE49-F238E27FC236}">
                  <a16:creationId xmlns:a16="http://schemas.microsoft.com/office/drawing/2014/main" id="{BEBC288C-7A68-9F3D-A2F0-F85C747BC27A}"/>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9</a:t>
              </a:r>
            </a:p>
          </p:txBody>
        </p:sp>
      </p:grpSp>
      <p:sp>
        <p:nvSpPr>
          <p:cNvPr id="10251" name="Freeform 10">
            <a:extLst>
              <a:ext uri="{FF2B5EF4-FFF2-40B4-BE49-F238E27FC236}">
                <a16:creationId xmlns:a16="http://schemas.microsoft.com/office/drawing/2014/main" id="{7371BEE6-719E-8A80-3B0C-F8C3D427BC12}"/>
              </a:ext>
            </a:extLst>
          </p:cNvPr>
          <p:cNvSpPr>
            <a:spLocks noChangeArrowheads="1"/>
          </p:cNvSpPr>
          <p:nvPr/>
        </p:nvSpPr>
        <p:spPr bwMode="auto">
          <a:xfrm>
            <a:off x="16313150" y="911225"/>
            <a:ext cx="946150" cy="234950"/>
          </a:xfrm>
          <a:prstGeom prst="rect">
            <a:avLst/>
          </a:prstGeom>
          <a:blipFill dpi="0" rotWithShape="1">
            <a:blip r:embed="rId2"/>
            <a:srcRect/>
            <a:stretch>
              <a:fillRect/>
            </a:stretch>
          </a:blip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0252" name="TextBox 46">
            <a:extLst>
              <a:ext uri="{FF2B5EF4-FFF2-40B4-BE49-F238E27FC236}">
                <a16:creationId xmlns:a16="http://schemas.microsoft.com/office/drawing/2014/main" id="{067CC891-BC22-54E2-BF85-C567A42EE36E}"/>
              </a:ext>
            </a:extLst>
          </p:cNvPr>
          <p:cNvSpPr txBox="1">
            <a:spLocks noChangeArrowheads="1"/>
          </p:cNvSpPr>
          <p:nvPr/>
        </p:nvSpPr>
        <p:spPr bwMode="auto">
          <a:xfrm>
            <a:off x="198438" y="342900"/>
            <a:ext cx="17814925" cy="76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r>
              <a:rPr lang="en-US" altLang="en-US" sz="4800" b="1">
                <a:solidFill>
                  <a:srgbClr val="0033CC"/>
                </a:solidFill>
                <a:latin typeface="Times New Roman" panose="02020603050405020304" pitchFamily="18" charset="0"/>
                <a:cs typeface="Times New Roman" panose="02020603050405020304" pitchFamily="18" charset="0"/>
                <a:sym typeface="Times New Roman" panose="02020603050405020304" pitchFamily="18" charset="0"/>
              </a:rPr>
              <a:t>TECHNOLOGIES USED</a:t>
            </a:r>
          </a:p>
        </p:txBody>
      </p:sp>
      <p:sp>
        <p:nvSpPr>
          <p:cNvPr id="10253" name="TextBox 47">
            <a:extLst>
              <a:ext uri="{FF2B5EF4-FFF2-40B4-BE49-F238E27FC236}">
                <a16:creationId xmlns:a16="http://schemas.microsoft.com/office/drawing/2014/main" id="{0F90F6D3-62E4-4AC3-1D50-AF876A143754}"/>
              </a:ext>
            </a:extLst>
          </p:cNvPr>
          <p:cNvSpPr txBox="1">
            <a:spLocks noChangeArrowheads="1"/>
          </p:cNvSpPr>
          <p:nvPr/>
        </p:nvSpPr>
        <p:spPr bwMode="auto">
          <a:xfrm>
            <a:off x="2255838" y="1638300"/>
            <a:ext cx="14990762" cy="704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r>
              <a:rPr lang="en-ID" altLang="en-US" sz="3200" b="1">
                <a:latin typeface="Times New Roman" panose="02020603050405020304" pitchFamily="18" charset="0"/>
                <a:cs typeface="Times New Roman" panose="02020603050405020304" pitchFamily="18" charset="0"/>
              </a:rPr>
              <a:t>Technologies Used</a:t>
            </a:r>
          </a:p>
          <a:p>
            <a:pPr>
              <a:buFont typeface="Arial" panose="020B0604020202020204" pitchFamily="34" charset="0"/>
              <a:buChar char="•"/>
            </a:pPr>
            <a:r>
              <a:rPr lang="en-ID" altLang="en-US" sz="3200" b="1">
                <a:latin typeface="Times New Roman" panose="02020603050405020304" pitchFamily="18" charset="0"/>
                <a:cs typeface="Times New Roman" panose="02020603050405020304" pitchFamily="18" charset="0"/>
              </a:rPr>
              <a:t>Frontend:</a:t>
            </a:r>
            <a:br>
              <a:rPr lang="en-ID" altLang="en-US" sz="3200">
                <a:latin typeface="Times New Roman" panose="02020603050405020304" pitchFamily="18" charset="0"/>
                <a:cs typeface="Times New Roman" panose="02020603050405020304" pitchFamily="18" charset="0"/>
              </a:rPr>
            </a:br>
            <a:r>
              <a:rPr lang="en-ID" altLang="en-US" sz="3200">
                <a:latin typeface="Times New Roman" panose="02020603050405020304" pitchFamily="18" charset="0"/>
                <a:cs typeface="Times New Roman" panose="02020603050405020304" pitchFamily="18" charset="0"/>
              </a:rPr>
              <a:t>React JS (Functional Components, JSX) </a:t>
            </a:r>
          </a:p>
          <a:p>
            <a:pPr>
              <a:buFont typeface="Arial" panose="020B0604020202020204" pitchFamily="34" charset="0"/>
              <a:buChar char="•"/>
            </a:pPr>
            <a:r>
              <a:rPr lang="en-ID" altLang="en-US" sz="3200" b="1">
                <a:latin typeface="Times New Roman" panose="02020603050405020304" pitchFamily="18" charset="0"/>
                <a:cs typeface="Times New Roman" panose="02020603050405020304" pitchFamily="18" charset="0"/>
              </a:rPr>
              <a:t>Programming Language:</a:t>
            </a:r>
            <a:br>
              <a:rPr lang="en-ID" altLang="en-US" sz="3200">
                <a:latin typeface="Times New Roman" panose="02020603050405020304" pitchFamily="18" charset="0"/>
                <a:cs typeface="Times New Roman" panose="02020603050405020304" pitchFamily="18" charset="0"/>
              </a:rPr>
            </a:br>
            <a:r>
              <a:rPr lang="en-ID" altLang="en-US" sz="3200">
                <a:latin typeface="Times New Roman" panose="02020603050405020304" pitchFamily="18" charset="0"/>
                <a:cs typeface="Times New Roman" panose="02020603050405020304" pitchFamily="18" charset="0"/>
              </a:rPr>
              <a:t>JavaScript (ES6) </a:t>
            </a:r>
          </a:p>
          <a:p>
            <a:pPr>
              <a:buFont typeface="Arial" panose="020B0604020202020204" pitchFamily="34" charset="0"/>
              <a:buChar char="•"/>
            </a:pPr>
            <a:r>
              <a:rPr lang="en-ID" altLang="en-US" sz="3200" b="1">
                <a:latin typeface="Times New Roman" panose="02020603050405020304" pitchFamily="18" charset="0"/>
                <a:cs typeface="Times New Roman" panose="02020603050405020304" pitchFamily="18" charset="0"/>
              </a:rPr>
              <a:t>State Management:</a:t>
            </a:r>
            <a:br>
              <a:rPr lang="en-ID" altLang="en-US" sz="3200">
                <a:latin typeface="Times New Roman" panose="02020603050405020304" pitchFamily="18" charset="0"/>
                <a:cs typeface="Times New Roman" panose="02020603050405020304" pitchFamily="18" charset="0"/>
              </a:rPr>
            </a:br>
            <a:r>
              <a:rPr lang="en-ID" altLang="en-US" sz="3200">
                <a:latin typeface="Times New Roman" panose="02020603050405020304" pitchFamily="18" charset="0"/>
                <a:cs typeface="Times New Roman" panose="02020603050405020304" pitchFamily="18" charset="0"/>
              </a:rPr>
              <a:t>React Hooks (useState) </a:t>
            </a:r>
          </a:p>
          <a:p>
            <a:pPr>
              <a:buFont typeface="Arial" panose="020B0604020202020204" pitchFamily="34" charset="0"/>
              <a:buChar char="•"/>
            </a:pPr>
            <a:r>
              <a:rPr lang="en-ID" altLang="en-US" sz="3200" b="1">
                <a:latin typeface="Times New Roman" panose="02020603050405020304" pitchFamily="18" charset="0"/>
                <a:cs typeface="Times New Roman" panose="02020603050405020304" pitchFamily="18" charset="0"/>
              </a:rPr>
              <a:t>Styling:</a:t>
            </a:r>
            <a:br>
              <a:rPr lang="en-ID" altLang="en-US" sz="3200">
                <a:latin typeface="Times New Roman" panose="02020603050405020304" pitchFamily="18" charset="0"/>
                <a:cs typeface="Times New Roman" panose="02020603050405020304" pitchFamily="18" charset="0"/>
              </a:rPr>
            </a:br>
            <a:r>
              <a:rPr lang="en-ID" altLang="en-US" sz="3200">
                <a:latin typeface="Times New Roman" panose="02020603050405020304" pitchFamily="18" charset="0"/>
                <a:cs typeface="Times New Roman" panose="02020603050405020304" pitchFamily="18" charset="0"/>
              </a:rPr>
              <a:t>CSS / Basic UI Design </a:t>
            </a:r>
          </a:p>
          <a:p>
            <a:pPr>
              <a:buFont typeface="Arial" panose="020B0604020202020204" pitchFamily="34" charset="0"/>
              <a:buChar char="•"/>
            </a:pPr>
            <a:r>
              <a:rPr lang="en-ID" altLang="en-US" sz="3200" b="1">
                <a:latin typeface="Times New Roman" panose="02020603050405020304" pitchFamily="18" charset="0"/>
                <a:cs typeface="Times New Roman" panose="02020603050405020304" pitchFamily="18" charset="0"/>
              </a:rPr>
              <a:t>Development Tools:</a:t>
            </a:r>
            <a:br>
              <a:rPr lang="en-ID" altLang="en-US" sz="3200">
                <a:latin typeface="Times New Roman" panose="02020603050405020304" pitchFamily="18" charset="0"/>
                <a:cs typeface="Times New Roman" panose="02020603050405020304" pitchFamily="18" charset="0"/>
              </a:rPr>
            </a:br>
            <a:r>
              <a:rPr lang="en-ID" altLang="en-US" sz="3200">
                <a:latin typeface="Times New Roman" panose="02020603050405020304" pitchFamily="18" charset="0"/>
                <a:cs typeface="Times New Roman" panose="02020603050405020304" pitchFamily="18" charset="0"/>
              </a:rPr>
              <a:t>Visual Studio Code </a:t>
            </a:r>
          </a:p>
          <a:p>
            <a:pPr>
              <a:buFont typeface="Arial" panose="020B0604020202020204" pitchFamily="34" charset="0"/>
              <a:buChar char="•"/>
            </a:pPr>
            <a:r>
              <a:rPr lang="en-ID" altLang="en-US" sz="3200" b="1">
                <a:latin typeface="Times New Roman" panose="02020603050405020304" pitchFamily="18" charset="0"/>
                <a:cs typeface="Times New Roman" panose="02020603050405020304" pitchFamily="18" charset="0"/>
              </a:rPr>
              <a:t>Browser:</a:t>
            </a:r>
            <a:br>
              <a:rPr lang="en-ID" altLang="en-US" sz="3200">
                <a:latin typeface="Times New Roman" panose="02020603050405020304" pitchFamily="18" charset="0"/>
                <a:cs typeface="Times New Roman" panose="02020603050405020304" pitchFamily="18" charset="0"/>
              </a:rPr>
            </a:br>
            <a:r>
              <a:rPr lang="en-ID" altLang="en-US" sz="3200">
                <a:latin typeface="Times New Roman" panose="02020603050405020304" pitchFamily="18" charset="0"/>
                <a:cs typeface="Times New Roman" panose="02020603050405020304" pitchFamily="18" charset="0"/>
              </a:rPr>
              <a:t>Google Chrome / Any Modern Web Browser</a:t>
            </a:r>
          </a:p>
          <a:p>
            <a:pPr eaLnBrk="1">
              <a:lnSpc>
                <a:spcPct val="122000"/>
              </a:lnSpc>
            </a:pPr>
            <a:endParaRPr lang="en-US" altLang="en-US" sz="3200" b="1">
              <a:latin typeface="Times New Roman" panose="02020603050405020304" pitchFamily="18" charset="0"/>
              <a:cs typeface="Times New Roman" panose="02020603050405020304" pitchFamily="18" charset="0"/>
              <a:sym typeface="Helvetica" panose="020B0604020202020204" pitchFamily="34" charset="0"/>
            </a:endParaRP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1266" name="Group 7">
            <a:extLst>
              <a:ext uri="{FF2B5EF4-FFF2-40B4-BE49-F238E27FC236}">
                <a16:creationId xmlns:a16="http://schemas.microsoft.com/office/drawing/2014/main" id="{71171BDE-83DF-4BB9-2D7E-FDCE593337D1}"/>
              </a:ext>
            </a:extLst>
          </p:cNvPr>
          <p:cNvGrpSpPr>
            <a:grpSpLocks/>
          </p:cNvGrpSpPr>
          <p:nvPr/>
        </p:nvGrpSpPr>
        <p:grpSpPr bwMode="auto">
          <a:xfrm>
            <a:off x="735013" y="6653213"/>
            <a:ext cx="993775" cy="993775"/>
            <a:chOff x="0" y="0"/>
            <a:chExt cx="992462" cy="992462"/>
          </a:xfrm>
        </p:grpSpPr>
        <p:sp>
          <p:nvSpPr>
            <p:cNvPr id="11295" name="Freeform 8">
              <a:extLst>
                <a:ext uri="{FF2B5EF4-FFF2-40B4-BE49-F238E27FC236}">
                  <a16:creationId xmlns:a16="http://schemas.microsoft.com/office/drawing/2014/main" id="{1423B5F4-268D-52A0-8A0C-AF4118E70B42}"/>
                </a:ext>
              </a:extLst>
            </p:cNvPr>
            <p:cNvSpPr>
              <a:spLocks noChangeArrowheads="1"/>
            </p:cNvSpPr>
            <p:nvPr/>
          </p:nvSpPr>
          <p:spPr bwMode="auto">
            <a:xfrm>
              <a:off x="0" y="0"/>
              <a:ext cx="992463" cy="992463"/>
            </a:xfrm>
            <a:prstGeom prst="ellipse">
              <a:avLst/>
            </a:prstGeom>
            <a:solidFill>
              <a:srgbClr val="FD6220"/>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1296" name="TextBox 9">
              <a:extLst>
                <a:ext uri="{FF2B5EF4-FFF2-40B4-BE49-F238E27FC236}">
                  <a16:creationId xmlns:a16="http://schemas.microsoft.com/office/drawing/2014/main" id="{1AE35308-3D97-043B-DC8F-94ACBAE4D699}"/>
                </a:ext>
              </a:extLst>
            </p:cNvPr>
            <p:cNvSpPr txBox="1">
              <a:spLocks noChangeArrowheads="1"/>
            </p:cNvSpPr>
            <p:nvPr/>
          </p:nvSpPr>
          <p:spPr bwMode="auto">
            <a:xfrm>
              <a:off x="93043" y="184610"/>
              <a:ext cx="806377" cy="553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3700"/>
                </a:lnSpc>
              </a:pPr>
              <a:r>
                <a:rPr lang="en-US" altLang="en-US" sz="2600">
                  <a:solidFill>
                    <a:srgbClr val="FFFEFE"/>
                  </a:solidFill>
                  <a:latin typeface="Gotham"/>
                  <a:ea typeface="Gotham"/>
                  <a:cs typeface="Gotham"/>
                  <a:sym typeface="Gotham"/>
                </a:rPr>
                <a:t>8</a:t>
              </a:r>
            </a:p>
          </p:txBody>
        </p:sp>
      </p:grpSp>
      <p:grpSp>
        <p:nvGrpSpPr>
          <p:cNvPr id="11267" name="Group 10">
            <a:extLst>
              <a:ext uri="{FF2B5EF4-FFF2-40B4-BE49-F238E27FC236}">
                <a16:creationId xmlns:a16="http://schemas.microsoft.com/office/drawing/2014/main" id="{8D635AD2-19E8-0A3E-1FDD-CBBB1A0A044E}"/>
              </a:ext>
            </a:extLst>
          </p:cNvPr>
          <p:cNvGrpSpPr>
            <a:grpSpLocks/>
          </p:cNvGrpSpPr>
          <p:nvPr/>
        </p:nvGrpSpPr>
        <p:grpSpPr bwMode="auto">
          <a:xfrm>
            <a:off x="977900" y="3316288"/>
            <a:ext cx="508000" cy="542925"/>
            <a:chOff x="0" y="0"/>
            <a:chExt cx="508157" cy="543804"/>
          </a:xfrm>
        </p:grpSpPr>
        <p:sp>
          <p:nvSpPr>
            <p:cNvPr id="11293" name="Freeform 11">
              <a:extLst>
                <a:ext uri="{FF2B5EF4-FFF2-40B4-BE49-F238E27FC236}">
                  <a16:creationId xmlns:a16="http://schemas.microsoft.com/office/drawing/2014/main" id="{DFDF9CA3-E103-98BC-E3F3-C92A502EBC72}"/>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1294" name="TextBox 12">
              <a:extLst>
                <a:ext uri="{FF2B5EF4-FFF2-40B4-BE49-F238E27FC236}">
                  <a16:creationId xmlns:a16="http://schemas.microsoft.com/office/drawing/2014/main" id="{8E10E64B-C6BF-8ED3-9D1D-AB7F37ED6947}"/>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3</a:t>
              </a:r>
            </a:p>
          </p:txBody>
        </p:sp>
      </p:grpSp>
      <p:grpSp>
        <p:nvGrpSpPr>
          <p:cNvPr id="11268" name="Group 13">
            <a:extLst>
              <a:ext uri="{FF2B5EF4-FFF2-40B4-BE49-F238E27FC236}">
                <a16:creationId xmlns:a16="http://schemas.microsoft.com/office/drawing/2014/main" id="{A746EE65-6EE0-7055-E509-1B69ADCF199A}"/>
              </a:ext>
            </a:extLst>
          </p:cNvPr>
          <p:cNvGrpSpPr>
            <a:grpSpLocks/>
          </p:cNvGrpSpPr>
          <p:nvPr/>
        </p:nvGrpSpPr>
        <p:grpSpPr bwMode="auto">
          <a:xfrm>
            <a:off x="977900" y="1982788"/>
            <a:ext cx="508000" cy="542925"/>
            <a:chOff x="0" y="0"/>
            <a:chExt cx="508157" cy="543804"/>
          </a:xfrm>
        </p:grpSpPr>
        <p:sp>
          <p:nvSpPr>
            <p:cNvPr id="11291" name="Freeform 14">
              <a:extLst>
                <a:ext uri="{FF2B5EF4-FFF2-40B4-BE49-F238E27FC236}">
                  <a16:creationId xmlns:a16="http://schemas.microsoft.com/office/drawing/2014/main" id="{71A31FA1-3E75-1FAC-7D96-62C772711A44}"/>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1292" name="TextBox 15">
              <a:extLst>
                <a:ext uri="{FF2B5EF4-FFF2-40B4-BE49-F238E27FC236}">
                  <a16:creationId xmlns:a16="http://schemas.microsoft.com/office/drawing/2014/main" id="{BF487468-81F6-3D4D-6946-CBC937265495}"/>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1</a:t>
              </a:r>
            </a:p>
          </p:txBody>
        </p:sp>
      </p:grpSp>
      <p:grpSp>
        <p:nvGrpSpPr>
          <p:cNvPr id="11269" name="Group 16">
            <a:extLst>
              <a:ext uri="{FF2B5EF4-FFF2-40B4-BE49-F238E27FC236}">
                <a16:creationId xmlns:a16="http://schemas.microsoft.com/office/drawing/2014/main" id="{87FB3A33-C56B-88E1-A74F-F7CBB9919E3A}"/>
              </a:ext>
            </a:extLst>
          </p:cNvPr>
          <p:cNvGrpSpPr>
            <a:grpSpLocks/>
          </p:cNvGrpSpPr>
          <p:nvPr/>
        </p:nvGrpSpPr>
        <p:grpSpPr bwMode="auto">
          <a:xfrm>
            <a:off x="977900" y="3983038"/>
            <a:ext cx="508000" cy="544512"/>
            <a:chOff x="0" y="0"/>
            <a:chExt cx="508157" cy="543804"/>
          </a:xfrm>
        </p:grpSpPr>
        <p:sp>
          <p:nvSpPr>
            <p:cNvPr id="11289" name="Freeform 17">
              <a:extLst>
                <a:ext uri="{FF2B5EF4-FFF2-40B4-BE49-F238E27FC236}">
                  <a16:creationId xmlns:a16="http://schemas.microsoft.com/office/drawing/2014/main" id="{67C8C116-E694-D0E2-9D04-4B292A716D35}"/>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1290" name="TextBox 18">
              <a:extLst>
                <a:ext uri="{FF2B5EF4-FFF2-40B4-BE49-F238E27FC236}">
                  <a16:creationId xmlns:a16="http://schemas.microsoft.com/office/drawing/2014/main" id="{EB1FDDCF-C1C7-FCC5-544F-FF706310DD68}"/>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4</a:t>
              </a:r>
            </a:p>
          </p:txBody>
        </p:sp>
      </p:grpSp>
      <p:grpSp>
        <p:nvGrpSpPr>
          <p:cNvPr id="11270" name="Group 19">
            <a:extLst>
              <a:ext uri="{FF2B5EF4-FFF2-40B4-BE49-F238E27FC236}">
                <a16:creationId xmlns:a16="http://schemas.microsoft.com/office/drawing/2014/main" id="{D1EBEA39-6BCC-F73C-1B11-91CBA4B41FE0}"/>
              </a:ext>
            </a:extLst>
          </p:cNvPr>
          <p:cNvGrpSpPr>
            <a:grpSpLocks/>
          </p:cNvGrpSpPr>
          <p:nvPr/>
        </p:nvGrpSpPr>
        <p:grpSpPr bwMode="auto">
          <a:xfrm>
            <a:off x="977900" y="2647950"/>
            <a:ext cx="508000" cy="544513"/>
            <a:chOff x="0" y="0"/>
            <a:chExt cx="508157" cy="543804"/>
          </a:xfrm>
        </p:grpSpPr>
        <p:sp>
          <p:nvSpPr>
            <p:cNvPr id="11287" name="Freeform 20">
              <a:extLst>
                <a:ext uri="{FF2B5EF4-FFF2-40B4-BE49-F238E27FC236}">
                  <a16:creationId xmlns:a16="http://schemas.microsoft.com/office/drawing/2014/main" id="{5F644E84-2266-A796-BB56-7EC2996EFF3F}"/>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1288" name="TextBox 21">
              <a:extLst>
                <a:ext uri="{FF2B5EF4-FFF2-40B4-BE49-F238E27FC236}">
                  <a16:creationId xmlns:a16="http://schemas.microsoft.com/office/drawing/2014/main" id="{266BD4AF-86F9-4751-DAD3-4BCF99164827}"/>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2</a:t>
              </a:r>
            </a:p>
          </p:txBody>
        </p:sp>
      </p:grpSp>
      <p:grpSp>
        <p:nvGrpSpPr>
          <p:cNvPr id="11271" name="Group 22">
            <a:extLst>
              <a:ext uri="{FF2B5EF4-FFF2-40B4-BE49-F238E27FC236}">
                <a16:creationId xmlns:a16="http://schemas.microsoft.com/office/drawing/2014/main" id="{515F3E02-F165-3665-1804-3C21B7F93BDA}"/>
              </a:ext>
            </a:extLst>
          </p:cNvPr>
          <p:cNvGrpSpPr>
            <a:grpSpLocks/>
          </p:cNvGrpSpPr>
          <p:nvPr/>
        </p:nvGrpSpPr>
        <p:grpSpPr bwMode="auto">
          <a:xfrm>
            <a:off x="977900" y="5318125"/>
            <a:ext cx="508000" cy="544513"/>
            <a:chOff x="0" y="0"/>
            <a:chExt cx="508157" cy="543804"/>
          </a:xfrm>
        </p:grpSpPr>
        <p:sp>
          <p:nvSpPr>
            <p:cNvPr id="11285" name="Freeform 23">
              <a:extLst>
                <a:ext uri="{FF2B5EF4-FFF2-40B4-BE49-F238E27FC236}">
                  <a16:creationId xmlns:a16="http://schemas.microsoft.com/office/drawing/2014/main" id="{A1279D11-5D0A-AC8E-6F71-84B0844520E4}"/>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1286" name="TextBox 24">
              <a:extLst>
                <a:ext uri="{FF2B5EF4-FFF2-40B4-BE49-F238E27FC236}">
                  <a16:creationId xmlns:a16="http://schemas.microsoft.com/office/drawing/2014/main" id="{0250D5C0-F280-21F1-5641-39A0E14D1616}"/>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6</a:t>
              </a:r>
            </a:p>
          </p:txBody>
        </p:sp>
      </p:grpSp>
      <p:grpSp>
        <p:nvGrpSpPr>
          <p:cNvPr id="11272" name="Group 25">
            <a:extLst>
              <a:ext uri="{FF2B5EF4-FFF2-40B4-BE49-F238E27FC236}">
                <a16:creationId xmlns:a16="http://schemas.microsoft.com/office/drawing/2014/main" id="{F8CB3FE5-A586-77E1-0595-142044C2F782}"/>
              </a:ext>
            </a:extLst>
          </p:cNvPr>
          <p:cNvGrpSpPr>
            <a:grpSpLocks/>
          </p:cNvGrpSpPr>
          <p:nvPr/>
        </p:nvGrpSpPr>
        <p:grpSpPr bwMode="auto">
          <a:xfrm>
            <a:off x="977900" y="4651375"/>
            <a:ext cx="508000" cy="542925"/>
            <a:chOff x="0" y="0"/>
            <a:chExt cx="508157" cy="543804"/>
          </a:xfrm>
        </p:grpSpPr>
        <p:sp>
          <p:nvSpPr>
            <p:cNvPr id="11283" name="Freeform 26">
              <a:extLst>
                <a:ext uri="{FF2B5EF4-FFF2-40B4-BE49-F238E27FC236}">
                  <a16:creationId xmlns:a16="http://schemas.microsoft.com/office/drawing/2014/main" id="{EF3CBAF3-B137-6D0D-4BEB-A612D1A5FF23}"/>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1284" name="TextBox 27">
              <a:extLst>
                <a:ext uri="{FF2B5EF4-FFF2-40B4-BE49-F238E27FC236}">
                  <a16:creationId xmlns:a16="http://schemas.microsoft.com/office/drawing/2014/main" id="{B7424822-C1AF-3E40-442E-51362F7B041C}"/>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5</a:t>
              </a:r>
            </a:p>
          </p:txBody>
        </p:sp>
      </p:grpSp>
      <p:grpSp>
        <p:nvGrpSpPr>
          <p:cNvPr id="11273" name="Group 28">
            <a:extLst>
              <a:ext uri="{FF2B5EF4-FFF2-40B4-BE49-F238E27FC236}">
                <a16:creationId xmlns:a16="http://schemas.microsoft.com/office/drawing/2014/main" id="{0B377963-5D06-0BE7-7F25-D0ABA4287CC7}"/>
              </a:ext>
            </a:extLst>
          </p:cNvPr>
          <p:cNvGrpSpPr>
            <a:grpSpLocks/>
          </p:cNvGrpSpPr>
          <p:nvPr/>
        </p:nvGrpSpPr>
        <p:grpSpPr bwMode="auto">
          <a:xfrm>
            <a:off x="977900" y="5986463"/>
            <a:ext cx="508000" cy="542925"/>
            <a:chOff x="0" y="0"/>
            <a:chExt cx="508157" cy="543804"/>
          </a:xfrm>
        </p:grpSpPr>
        <p:sp>
          <p:nvSpPr>
            <p:cNvPr id="11281" name="Freeform 29">
              <a:extLst>
                <a:ext uri="{FF2B5EF4-FFF2-40B4-BE49-F238E27FC236}">
                  <a16:creationId xmlns:a16="http://schemas.microsoft.com/office/drawing/2014/main" id="{292E9533-3FF6-59DD-6312-09A31A1DFEF0}"/>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1282" name="TextBox 30">
              <a:extLst>
                <a:ext uri="{FF2B5EF4-FFF2-40B4-BE49-F238E27FC236}">
                  <a16:creationId xmlns:a16="http://schemas.microsoft.com/office/drawing/2014/main" id="{8E850BC1-908C-E429-9570-C0274234FD36}"/>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7</a:t>
              </a:r>
            </a:p>
          </p:txBody>
        </p:sp>
      </p:grpSp>
      <p:grpSp>
        <p:nvGrpSpPr>
          <p:cNvPr id="11274" name="Group 31">
            <a:extLst>
              <a:ext uri="{FF2B5EF4-FFF2-40B4-BE49-F238E27FC236}">
                <a16:creationId xmlns:a16="http://schemas.microsoft.com/office/drawing/2014/main" id="{F29837AE-981E-F064-4956-70F4321DA2F4}"/>
              </a:ext>
            </a:extLst>
          </p:cNvPr>
          <p:cNvGrpSpPr>
            <a:grpSpLocks/>
          </p:cNvGrpSpPr>
          <p:nvPr/>
        </p:nvGrpSpPr>
        <p:grpSpPr bwMode="auto">
          <a:xfrm>
            <a:off x="977900" y="7761288"/>
            <a:ext cx="508000" cy="542925"/>
            <a:chOff x="0" y="0"/>
            <a:chExt cx="508157" cy="543804"/>
          </a:xfrm>
        </p:grpSpPr>
        <p:sp>
          <p:nvSpPr>
            <p:cNvPr id="11279" name="Freeform 32">
              <a:extLst>
                <a:ext uri="{FF2B5EF4-FFF2-40B4-BE49-F238E27FC236}">
                  <a16:creationId xmlns:a16="http://schemas.microsoft.com/office/drawing/2014/main" id="{B0761543-E923-E338-7F83-D2629E8EF261}"/>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1280" name="TextBox 33">
              <a:extLst>
                <a:ext uri="{FF2B5EF4-FFF2-40B4-BE49-F238E27FC236}">
                  <a16:creationId xmlns:a16="http://schemas.microsoft.com/office/drawing/2014/main" id="{766459CB-C243-3E2A-6B78-F845745AAA41}"/>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9</a:t>
              </a:r>
            </a:p>
          </p:txBody>
        </p:sp>
      </p:grpSp>
      <p:sp>
        <p:nvSpPr>
          <p:cNvPr id="11275" name="Freeform 34">
            <a:extLst>
              <a:ext uri="{FF2B5EF4-FFF2-40B4-BE49-F238E27FC236}">
                <a16:creationId xmlns:a16="http://schemas.microsoft.com/office/drawing/2014/main" id="{A86D05D5-CD48-2998-5EB0-7E75C5194859}"/>
              </a:ext>
            </a:extLst>
          </p:cNvPr>
          <p:cNvSpPr>
            <a:spLocks noChangeArrowheads="1"/>
          </p:cNvSpPr>
          <p:nvPr/>
        </p:nvSpPr>
        <p:spPr bwMode="auto">
          <a:xfrm>
            <a:off x="16313150" y="1028700"/>
            <a:ext cx="946150" cy="236538"/>
          </a:xfrm>
          <a:prstGeom prst="rect">
            <a:avLst/>
          </a:prstGeom>
          <a:blipFill dpi="0" rotWithShape="1">
            <a:blip r:embed="rId2"/>
            <a:srcRect/>
            <a:stretch>
              <a:fillRect/>
            </a:stretch>
          </a:blip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1276" name="Freeform 36">
            <a:extLst>
              <a:ext uri="{FF2B5EF4-FFF2-40B4-BE49-F238E27FC236}">
                <a16:creationId xmlns:a16="http://schemas.microsoft.com/office/drawing/2014/main" id="{3BF2A09F-E9B1-0BB6-6F9D-799B3BE1E5F6}"/>
              </a:ext>
            </a:extLst>
          </p:cNvPr>
          <p:cNvSpPr>
            <a:spLocks noChangeArrowheads="1"/>
          </p:cNvSpPr>
          <p:nvPr/>
        </p:nvSpPr>
        <p:spPr bwMode="auto">
          <a:xfrm>
            <a:off x="17170400" y="-177800"/>
            <a:ext cx="10995025" cy="10993438"/>
          </a:xfrm>
          <a:prstGeom prst="ellipse">
            <a:avLst/>
          </a:prstGeom>
          <a:noFill/>
          <a:ln w="514350" cap="sq">
            <a:solidFill>
              <a:srgbClr val="FD6220">
                <a:alpha val="11765"/>
              </a:srgbClr>
            </a:solidFill>
            <a:miter lim="800000"/>
            <a:headEnd/>
            <a:tailEnd/>
          </a:ln>
          <a:extLst>
            <a:ext uri="{909E8E84-426E-40DD-AFC4-6F175D3DCCD1}">
              <a14:hiddenFill xmlns:a14="http://schemas.microsoft.com/office/drawing/2010/main">
                <a:solidFill>
                  <a:srgbClr val="FFFFFF"/>
                </a:solidFill>
              </a14:hiddenFill>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1277" name="TextBox 42">
            <a:extLst>
              <a:ext uri="{FF2B5EF4-FFF2-40B4-BE49-F238E27FC236}">
                <a16:creationId xmlns:a16="http://schemas.microsoft.com/office/drawing/2014/main" id="{51DE3EA0-1CC1-17D4-C2FE-CCD147979892}"/>
              </a:ext>
            </a:extLst>
          </p:cNvPr>
          <p:cNvSpPr txBox="1">
            <a:spLocks noChangeArrowheads="1"/>
          </p:cNvSpPr>
          <p:nvPr/>
        </p:nvSpPr>
        <p:spPr bwMode="auto">
          <a:xfrm>
            <a:off x="198438" y="342900"/>
            <a:ext cx="17814925" cy="76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r>
              <a:rPr lang="en-US" altLang="en-US" sz="4800" b="1">
                <a:solidFill>
                  <a:srgbClr val="0033CC"/>
                </a:solidFill>
                <a:latin typeface="Times New Roman" panose="02020603050405020304" pitchFamily="18" charset="0"/>
                <a:cs typeface="Times New Roman" panose="02020603050405020304" pitchFamily="18" charset="0"/>
                <a:sym typeface="Times New Roman" panose="02020603050405020304" pitchFamily="18" charset="0"/>
              </a:rPr>
              <a:t>MODULE DESCRIPTION</a:t>
            </a:r>
          </a:p>
        </p:txBody>
      </p:sp>
      <p:sp>
        <p:nvSpPr>
          <p:cNvPr id="11278" name="TextBox 43">
            <a:extLst>
              <a:ext uri="{FF2B5EF4-FFF2-40B4-BE49-F238E27FC236}">
                <a16:creationId xmlns:a16="http://schemas.microsoft.com/office/drawing/2014/main" id="{0C086DD1-5407-05D4-CF92-0CF9BA950A9A}"/>
              </a:ext>
            </a:extLst>
          </p:cNvPr>
          <p:cNvSpPr txBox="1">
            <a:spLocks noChangeArrowheads="1"/>
          </p:cNvSpPr>
          <p:nvPr/>
        </p:nvSpPr>
        <p:spPr bwMode="auto">
          <a:xfrm>
            <a:off x="2255838" y="1638300"/>
            <a:ext cx="14990762" cy="950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r>
              <a:rPr lang="en-US" altLang="en-US" sz="3200" b="1">
                <a:latin typeface="Times New Roman" panose="02020603050405020304" pitchFamily="18" charset="0"/>
                <a:cs typeface="Times New Roman" panose="02020603050405020304" pitchFamily="18" charset="0"/>
              </a:rPr>
              <a:t>1. Event Details Module</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Displays complete information about the event </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Includes: Event name, department, date, time, venue </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Shows ticket price and available ticket count </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Helps users understand event details before booking</a:t>
            </a:r>
          </a:p>
          <a:p>
            <a:r>
              <a:rPr lang="en-ID" altLang="en-US" sz="3200" b="1">
                <a:latin typeface="Times New Roman" panose="02020603050405020304" pitchFamily="18" charset="0"/>
                <a:cs typeface="Times New Roman" panose="02020603050405020304" pitchFamily="18" charset="0"/>
              </a:rPr>
              <a:t>2. Ticket Booking Module</a:t>
            </a:r>
          </a:p>
          <a:p>
            <a:pPr>
              <a:buFont typeface="Arial" panose="020B0604020202020204" pitchFamily="34" charset="0"/>
              <a:buChar char="•"/>
            </a:pPr>
            <a:r>
              <a:rPr lang="en-ID" altLang="en-US" sz="3200">
                <a:latin typeface="Times New Roman" panose="02020603050405020304" pitchFamily="18" charset="0"/>
                <a:cs typeface="Times New Roman" panose="02020603050405020304" pitchFamily="18" charset="0"/>
              </a:rPr>
              <a:t>Allows users to book tickets </a:t>
            </a:r>
            <a:r>
              <a:rPr lang="ar-AE" altLang="en-US" sz="3200">
                <a:latin typeface="Times New Roman" panose="02020603050405020304" pitchFamily="18" charset="0"/>
                <a:cs typeface="Times New Roman" panose="02020603050405020304" pitchFamily="18" charset="0"/>
              </a:rPr>
              <a:t>بسهولة </a:t>
            </a:r>
          </a:p>
          <a:p>
            <a:pPr>
              <a:buFont typeface="Arial" panose="020B0604020202020204" pitchFamily="34" charset="0"/>
              <a:buChar char="•"/>
            </a:pPr>
            <a:r>
              <a:rPr lang="en-ID" altLang="en-US" sz="3200">
                <a:latin typeface="Times New Roman" panose="02020603050405020304" pitchFamily="18" charset="0"/>
                <a:cs typeface="Times New Roman" panose="02020603050405020304" pitchFamily="18" charset="0"/>
              </a:rPr>
              <a:t>Accepts user inputs: Name, Email, Department, Number of tickets </a:t>
            </a:r>
          </a:p>
          <a:p>
            <a:pPr>
              <a:buFont typeface="Arial" panose="020B0604020202020204" pitchFamily="34" charset="0"/>
              <a:buChar char="•"/>
            </a:pPr>
            <a:r>
              <a:rPr lang="en-ID" altLang="en-US" sz="3200">
                <a:latin typeface="Times New Roman" panose="02020603050405020304" pitchFamily="18" charset="0"/>
                <a:cs typeface="Times New Roman" panose="02020603050405020304" pitchFamily="18" charset="0"/>
              </a:rPr>
              <a:t>Calculates total ticket amount automatically </a:t>
            </a:r>
          </a:p>
          <a:p>
            <a:pPr>
              <a:buFont typeface="Arial" panose="020B0604020202020204" pitchFamily="34" charset="0"/>
              <a:buChar char="•"/>
            </a:pPr>
            <a:r>
              <a:rPr lang="en-ID" altLang="en-US" sz="3200">
                <a:latin typeface="Times New Roman" panose="02020603050405020304" pitchFamily="18" charset="0"/>
                <a:cs typeface="Times New Roman" panose="02020603050405020304" pitchFamily="18" charset="0"/>
              </a:rPr>
              <a:t>Processes booking request</a:t>
            </a:r>
          </a:p>
          <a:p>
            <a:r>
              <a:rPr lang="en-US" altLang="en-US" sz="3200" b="1">
                <a:latin typeface="Times New Roman" panose="02020603050405020304" pitchFamily="18" charset="0"/>
                <a:cs typeface="Times New Roman" panose="02020603050405020304" pitchFamily="18" charset="0"/>
              </a:rPr>
              <a:t>3. Validation Module</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Ensures all fields are </a:t>
            </a:r>
            <a:r>
              <a:rPr lang="en-US" altLang="en-US" sz="3200" b="1">
                <a:latin typeface="Times New Roman" panose="02020603050405020304" pitchFamily="18" charset="0"/>
                <a:cs typeface="Times New Roman" panose="02020603050405020304" pitchFamily="18" charset="0"/>
              </a:rPr>
              <a:t>mandatory</a:t>
            </a:r>
            <a:r>
              <a:rPr lang="en-US" altLang="en-US" sz="320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Validates correct </a:t>
            </a:r>
            <a:r>
              <a:rPr lang="en-US" altLang="en-US" sz="3200" b="1">
                <a:latin typeface="Times New Roman" panose="02020603050405020304" pitchFamily="18" charset="0"/>
                <a:cs typeface="Times New Roman" panose="02020603050405020304" pitchFamily="18" charset="0"/>
              </a:rPr>
              <a:t>email format</a:t>
            </a:r>
            <a:r>
              <a:rPr lang="en-US" altLang="en-US" sz="320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Displays error messages for invalid inputs </a:t>
            </a:r>
          </a:p>
          <a:p>
            <a:r>
              <a:rPr lang="en-US" altLang="en-US" sz="3200" b="1">
                <a:latin typeface="Times New Roman" panose="02020603050405020304" pitchFamily="18" charset="0"/>
                <a:cs typeface="Times New Roman" panose="02020603050405020304" pitchFamily="18" charset="0"/>
              </a:rPr>
              <a:t>4. Availability Management Module</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Tracks </a:t>
            </a:r>
            <a:r>
              <a:rPr lang="en-US" altLang="en-US" sz="3200" b="1">
                <a:latin typeface="Times New Roman" panose="02020603050405020304" pitchFamily="18" charset="0"/>
                <a:cs typeface="Times New Roman" panose="02020603050405020304" pitchFamily="18" charset="0"/>
              </a:rPr>
              <a:t>available tickets in real-time</a:t>
            </a:r>
            <a:r>
              <a:rPr lang="en-US" altLang="en-US" sz="320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Prevents booking more tickets than available </a:t>
            </a:r>
          </a:p>
          <a:p>
            <a:pPr>
              <a:buFont typeface="Arial" panose="020B0604020202020204" pitchFamily="34" charset="0"/>
              <a:buChar char="•"/>
            </a:pPr>
            <a:endParaRPr lang="en-US" altLang="en-US" sz="3200">
              <a:latin typeface="Times New Roman" panose="02020603050405020304" pitchFamily="18" charset="0"/>
              <a:cs typeface="Times New Roman" panose="02020603050405020304" pitchFamily="18" charset="0"/>
            </a:endParaRPr>
          </a:p>
          <a:p>
            <a:pPr eaLnBrk="1">
              <a:lnSpc>
                <a:spcPct val="122000"/>
              </a:lnSpc>
            </a:pPr>
            <a:endParaRPr lang="en-US" altLang="en-US" sz="3200" b="1">
              <a:latin typeface="Times New Roman" panose="02020603050405020304" pitchFamily="18" charset="0"/>
              <a:cs typeface="Times New Roman" panose="02020603050405020304" pitchFamily="18" charset="0"/>
              <a:sym typeface="Helvetica" panose="020B0604020202020204" pitchFamily="34" charset="0"/>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2290" name="Group 7">
            <a:extLst>
              <a:ext uri="{FF2B5EF4-FFF2-40B4-BE49-F238E27FC236}">
                <a16:creationId xmlns:a16="http://schemas.microsoft.com/office/drawing/2014/main" id="{AD3699E7-D3D6-3DCD-98F0-3B7C70EB39FC}"/>
              </a:ext>
            </a:extLst>
          </p:cNvPr>
          <p:cNvGrpSpPr>
            <a:grpSpLocks/>
          </p:cNvGrpSpPr>
          <p:nvPr/>
        </p:nvGrpSpPr>
        <p:grpSpPr bwMode="auto">
          <a:xfrm>
            <a:off x="735013" y="6653213"/>
            <a:ext cx="993775" cy="993775"/>
            <a:chOff x="0" y="0"/>
            <a:chExt cx="992462" cy="992462"/>
          </a:xfrm>
        </p:grpSpPr>
        <p:sp>
          <p:nvSpPr>
            <p:cNvPr id="12320" name="Freeform 8">
              <a:extLst>
                <a:ext uri="{FF2B5EF4-FFF2-40B4-BE49-F238E27FC236}">
                  <a16:creationId xmlns:a16="http://schemas.microsoft.com/office/drawing/2014/main" id="{B2C87CD6-8DEC-3AB9-2F83-23BEA5F0A76A}"/>
                </a:ext>
              </a:extLst>
            </p:cNvPr>
            <p:cNvSpPr>
              <a:spLocks noChangeArrowheads="1"/>
            </p:cNvSpPr>
            <p:nvPr/>
          </p:nvSpPr>
          <p:spPr bwMode="auto">
            <a:xfrm>
              <a:off x="0" y="0"/>
              <a:ext cx="992463" cy="992463"/>
            </a:xfrm>
            <a:prstGeom prst="ellipse">
              <a:avLst/>
            </a:prstGeom>
            <a:solidFill>
              <a:srgbClr val="FD6220"/>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2321" name="TextBox 9">
              <a:extLst>
                <a:ext uri="{FF2B5EF4-FFF2-40B4-BE49-F238E27FC236}">
                  <a16:creationId xmlns:a16="http://schemas.microsoft.com/office/drawing/2014/main" id="{B7979376-8E9B-7CD4-63B4-5FE40C4357F6}"/>
                </a:ext>
              </a:extLst>
            </p:cNvPr>
            <p:cNvSpPr txBox="1">
              <a:spLocks noChangeArrowheads="1"/>
            </p:cNvSpPr>
            <p:nvPr/>
          </p:nvSpPr>
          <p:spPr bwMode="auto">
            <a:xfrm>
              <a:off x="93043" y="187530"/>
              <a:ext cx="806377" cy="547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3700"/>
                </a:lnSpc>
              </a:pPr>
              <a:r>
                <a:rPr lang="en-US" altLang="en-US" sz="2400" b="1">
                  <a:solidFill>
                    <a:srgbClr val="002060"/>
                  </a:solidFill>
                  <a:latin typeface="Gotham"/>
                  <a:ea typeface="Gotham"/>
                  <a:cs typeface="Gotham"/>
                  <a:sym typeface="Gotham"/>
                </a:rPr>
                <a:t>8</a:t>
              </a:r>
            </a:p>
          </p:txBody>
        </p:sp>
      </p:grpSp>
      <p:grpSp>
        <p:nvGrpSpPr>
          <p:cNvPr id="12291" name="Group 10">
            <a:extLst>
              <a:ext uri="{FF2B5EF4-FFF2-40B4-BE49-F238E27FC236}">
                <a16:creationId xmlns:a16="http://schemas.microsoft.com/office/drawing/2014/main" id="{855508FA-73B9-96EF-67C2-1C43A80BA38C}"/>
              </a:ext>
            </a:extLst>
          </p:cNvPr>
          <p:cNvGrpSpPr>
            <a:grpSpLocks/>
          </p:cNvGrpSpPr>
          <p:nvPr/>
        </p:nvGrpSpPr>
        <p:grpSpPr bwMode="auto">
          <a:xfrm>
            <a:off x="977900" y="3316288"/>
            <a:ext cx="508000" cy="542925"/>
            <a:chOff x="0" y="0"/>
            <a:chExt cx="508157" cy="543804"/>
          </a:xfrm>
        </p:grpSpPr>
        <p:sp>
          <p:nvSpPr>
            <p:cNvPr id="12318" name="Freeform 11">
              <a:extLst>
                <a:ext uri="{FF2B5EF4-FFF2-40B4-BE49-F238E27FC236}">
                  <a16:creationId xmlns:a16="http://schemas.microsoft.com/office/drawing/2014/main" id="{54BDD8D0-3781-3F07-8EB6-3178447977F3}"/>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2319" name="TextBox 12">
              <a:extLst>
                <a:ext uri="{FF2B5EF4-FFF2-40B4-BE49-F238E27FC236}">
                  <a16:creationId xmlns:a16="http://schemas.microsoft.com/office/drawing/2014/main" id="{76876A03-EE47-9740-EFA3-8B7175B2BC8A}"/>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3</a:t>
              </a:r>
            </a:p>
          </p:txBody>
        </p:sp>
      </p:grpSp>
      <p:grpSp>
        <p:nvGrpSpPr>
          <p:cNvPr id="12292" name="Group 13">
            <a:extLst>
              <a:ext uri="{FF2B5EF4-FFF2-40B4-BE49-F238E27FC236}">
                <a16:creationId xmlns:a16="http://schemas.microsoft.com/office/drawing/2014/main" id="{801C52C5-FCCF-D4C4-0E1A-C831EC4E307D}"/>
              </a:ext>
            </a:extLst>
          </p:cNvPr>
          <p:cNvGrpSpPr>
            <a:grpSpLocks/>
          </p:cNvGrpSpPr>
          <p:nvPr/>
        </p:nvGrpSpPr>
        <p:grpSpPr bwMode="auto">
          <a:xfrm>
            <a:off x="977900" y="1982788"/>
            <a:ext cx="508000" cy="542925"/>
            <a:chOff x="0" y="0"/>
            <a:chExt cx="508157" cy="543804"/>
          </a:xfrm>
        </p:grpSpPr>
        <p:sp>
          <p:nvSpPr>
            <p:cNvPr id="12316" name="Freeform 14">
              <a:extLst>
                <a:ext uri="{FF2B5EF4-FFF2-40B4-BE49-F238E27FC236}">
                  <a16:creationId xmlns:a16="http://schemas.microsoft.com/office/drawing/2014/main" id="{F51637D3-306F-367C-2FDF-8A4362215718}"/>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2317" name="TextBox 15">
              <a:extLst>
                <a:ext uri="{FF2B5EF4-FFF2-40B4-BE49-F238E27FC236}">
                  <a16:creationId xmlns:a16="http://schemas.microsoft.com/office/drawing/2014/main" id="{FBB08137-7C0A-4EB9-0B48-183376353FCB}"/>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1</a:t>
              </a:r>
            </a:p>
          </p:txBody>
        </p:sp>
      </p:grpSp>
      <p:grpSp>
        <p:nvGrpSpPr>
          <p:cNvPr id="12293" name="Group 16">
            <a:extLst>
              <a:ext uri="{FF2B5EF4-FFF2-40B4-BE49-F238E27FC236}">
                <a16:creationId xmlns:a16="http://schemas.microsoft.com/office/drawing/2014/main" id="{EBE13DB4-1C2D-85CA-6E10-3D7B62C8F576}"/>
              </a:ext>
            </a:extLst>
          </p:cNvPr>
          <p:cNvGrpSpPr>
            <a:grpSpLocks/>
          </p:cNvGrpSpPr>
          <p:nvPr/>
        </p:nvGrpSpPr>
        <p:grpSpPr bwMode="auto">
          <a:xfrm>
            <a:off x="977900" y="3983038"/>
            <a:ext cx="508000" cy="544512"/>
            <a:chOff x="0" y="0"/>
            <a:chExt cx="508157" cy="543804"/>
          </a:xfrm>
        </p:grpSpPr>
        <p:sp>
          <p:nvSpPr>
            <p:cNvPr id="12314" name="Freeform 17">
              <a:extLst>
                <a:ext uri="{FF2B5EF4-FFF2-40B4-BE49-F238E27FC236}">
                  <a16:creationId xmlns:a16="http://schemas.microsoft.com/office/drawing/2014/main" id="{B60B7612-48F7-6081-1A07-A16826A5B936}"/>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2315" name="TextBox 18">
              <a:extLst>
                <a:ext uri="{FF2B5EF4-FFF2-40B4-BE49-F238E27FC236}">
                  <a16:creationId xmlns:a16="http://schemas.microsoft.com/office/drawing/2014/main" id="{517DF6E4-BD9F-C510-A891-BB5356E04F4D}"/>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4</a:t>
              </a:r>
            </a:p>
          </p:txBody>
        </p:sp>
      </p:grpSp>
      <p:grpSp>
        <p:nvGrpSpPr>
          <p:cNvPr id="12294" name="Group 19">
            <a:extLst>
              <a:ext uri="{FF2B5EF4-FFF2-40B4-BE49-F238E27FC236}">
                <a16:creationId xmlns:a16="http://schemas.microsoft.com/office/drawing/2014/main" id="{B1E96D69-FDAB-8922-17AA-820C8F5F2CD3}"/>
              </a:ext>
            </a:extLst>
          </p:cNvPr>
          <p:cNvGrpSpPr>
            <a:grpSpLocks/>
          </p:cNvGrpSpPr>
          <p:nvPr/>
        </p:nvGrpSpPr>
        <p:grpSpPr bwMode="auto">
          <a:xfrm>
            <a:off x="977900" y="2647950"/>
            <a:ext cx="508000" cy="544513"/>
            <a:chOff x="0" y="0"/>
            <a:chExt cx="508157" cy="543804"/>
          </a:xfrm>
        </p:grpSpPr>
        <p:sp>
          <p:nvSpPr>
            <p:cNvPr id="12312" name="Freeform 20">
              <a:extLst>
                <a:ext uri="{FF2B5EF4-FFF2-40B4-BE49-F238E27FC236}">
                  <a16:creationId xmlns:a16="http://schemas.microsoft.com/office/drawing/2014/main" id="{14E6764C-63BC-FC6F-7C41-32C59A9213CE}"/>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2313" name="TextBox 21">
              <a:extLst>
                <a:ext uri="{FF2B5EF4-FFF2-40B4-BE49-F238E27FC236}">
                  <a16:creationId xmlns:a16="http://schemas.microsoft.com/office/drawing/2014/main" id="{7B4D5BC0-4473-6B9F-7324-BFF6CA163FBF}"/>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2</a:t>
              </a:r>
            </a:p>
          </p:txBody>
        </p:sp>
      </p:grpSp>
      <p:grpSp>
        <p:nvGrpSpPr>
          <p:cNvPr id="12295" name="Group 22">
            <a:extLst>
              <a:ext uri="{FF2B5EF4-FFF2-40B4-BE49-F238E27FC236}">
                <a16:creationId xmlns:a16="http://schemas.microsoft.com/office/drawing/2014/main" id="{502802D7-AF32-93E4-C659-013089A438B5}"/>
              </a:ext>
            </a:extLst>
          </p:cNvPr>
          <p:cNvGrpSpPr>
            <a:grpSpLocks/>
          </p:cNvGrpSpPr>
          <p:nvPr/>
        </p:nvGrpSpPr>
        <p:grpSpPr bwMode="auto">
          <a:xfrm>
            <a:off x="977900" y="5318125"/>
            <a:ext cx="508000" cy="544513"/>
            <a:chOff x="0" y="0"/>
            <a:chExt cx="508157" cy="543804"/>
          </a:xfrm>
        </p:grpSpPr>
        <p:sp>
          <p:nvSpPr>
            <p:cNvPr id="12310" name="Freeform 23">
              <a:extLst>
                <a:ext uri="{FF2B5EF4-FFF2-40B4-BE49-F238E27FC236}">
                  <a16:creationId xmlns:a16="http://schemas.microsoft.com/office/drawing/2014/main" id="{E2925E4D-E38D-6003-2CEC-B445EDB4CA2C}"/>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2311" name="TextBox 24">
              <a:extLst>
                <a:ext uri="{FF2B5EF4-FFF2-40B4-BE49-F238E27FC236}">
                  <a16:creationId xmlns:a16="http://schemas.microsoft.com/office/drawing/2014/main" id="{3C313F72-76A4-06AE-F840-90F8127CB703}"/>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6</a:t>
              </a:r>
            </a:p>
          </p:txBody>
        </p:sp>
      </p:grpSp>
      <p:grpSp>
        <p:nvGrpSpPr>
          <p:cNvPr id="12296" name="Group 25">
            <a:extLst>
              <a:ext uri="{FF2B5EF4-FFF2-40B4-BE49-F238E27FC236}">
                <a16:creationId xmlns:a16="http://schemas.microsoft.com/office/drawing/2014/main" id="{CF8DE5ED-C89C-1838-9DEE-EA1CF5F30315}"/>
              </a:ext>
            </a:extLst>
          </p:cNvPr>
          <p:cNvGrpSpPr>
            <a:grpSpLocks/>
          </p:cNvGrpSpPr>
          <p:nvPr/>
        </p:nvGrpSpPr>
        <p:grpSpPr bwMode="auto">
          <a:xfrm>
            <a:off x="977900" y="4651375"/>
            <a:ext cx="508000" cy="542925"/>
            <a:chOff x="0" y="0"/>
            <a:chExt cx="508157" cy="543804"/>
          </a:xfrm>
        </p:grpSpPr>
        <p:sp>
          <p:nvSpPr>
            <p:cNvPr id="12308" name="Freeform 26">
              <a:extLst>
                <a:ext uri="{FF2B5EF4-FFF2-40B4-BE49-F238E27FC236}">
                  <a16:creationId xmlns:a16="http://schemas.microsoft.com/office/drawing/2014/main" id="{5C166561-2462-E780-6B99-CE8DABF1877C}"/>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2309" name="TextBox 27">
              <a:extLst>
                <a:ext uri="{FF2B5EF4-FFF2-40B4-BE49-F238E27FC236}">
                  <a16:creationId xmlns:a16="http://schemas.microsoft.com/office/drawing/2014/main" id="{4D04D680-5B93-2C2F-7AC3-A5E1E5B38C53}"/>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5</a:t>
              </a:r>
            </a:p>
          </p:txBody>
        </p:sp>
      </p:grpSp>
      <p:grpSp>
        <p:nvGrpSpPr>
          <p:cNvPr id="12297" name="Group 28">
            <a:extLst>
              <a:ext uri="{FF2B5EF4-FFF2-40B4-BE49-F238E27FC236}">
                <a16:creationId xmlns:a16="http://schemas.microsoft.com/office/drawing/2014/main" id="{6F28EC9D-EEC0-E83C-18D8-CB53A03ACDCD}"/>
              </a:ext>
            </a:extLst>
          </p:cNvPr>
          <p:cNvGrpSpPr>
            <a:grpSpLocks/>
          </p:cNvGrpSpPr>
          <p:nvPr/>
        </p:nvGrpSpPr>
        <p:grpSpPr bwMode="auto">
          <a:xfrm>
            <a:off x="977900" y="5986463"/>
            <a:ext cx="508000" cy="542925"/>
            <a:chOff x="0" y="0"/>
            <a:chExt cx="508157" cy="543804"/>
          </a:xfrm>
        </p:grpSpPr>
        <p:sp>
          <p:nvSpPr>
            <p:cNvPr id="12306" name="Freeform 29">
              <a:extLst>
                <a:ext uri="{FF2B5EF4-FFF2-40B4-BE49-F238E27FC236}">
                  <a16:creationId xmlns:a16="http://schemas.microsoft.com/office/drawing/2014/main" id="{8BAB5F47-7BF5-060C-61D0-668CEFF0BD95}"/>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2307" name="TextBox 30">
              <a:extLst>
                <a:ext uri="{FF2B5EF4-FFF2-40B4-BE49-F238E27FC236}">
                  <a16:creationId xmlns:a16="http://schemas.microsoft.com/office/drawing/2014/main" id="{BDF25882-653C-E829-EDF8-9241387D0910}"/>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7</a:t>
              </a:r>
            </a:p>
          </p:txBody>
        </p:sp>
      </p:grpSp>
      <p:grpSp>
        <p:nvGrpSpPr>
          <p:cNvPr id="12298" name="Group 31">
            <a:extLst>
              <a:ext uri="{FF2B5EF4-FFF2-40B4-BE49-F238E27FC236}">
                <a16:creationId xmlns:a16="http://schemas.microsoft.com/office/drawing/2014/main" id="{3EE70EC6-B676-F640-FE71-9A071641142F}"/>
              </a:ext>
            </a:extLst>
          </p:cNvPr>
          <p:cNvGrpSpPr>
            <a:grpSpLocks/>
          </p:cNvGrpSpPr>
          <p:nvPr/>
        </p:nvGrpSpPr>
        <p:grpSpPr bwMode="auto">
          <a:xfrm>
            <a:off x="977900" y="7761288"/>
            <a:ext cx="508000" cy="542925"/>
            <a:chOff x="0" y="0"/>
            <a:chExt cx="508157" cy="543804"/>
          </a:xfrm>
        </p:grpSpPr>
        <p:sp>
          <p:nvSpPr>
            <p:cNvPr id="12304" name="Freeform 32">
              <a:extLst>
                <a:ext uri="{FF2B5EF4-FFF2-40B4-BE49-F238E27FC236}">
                  <a16:creationId xmlns:a16="http://schemas.microsoft.com/office/drawing/2014/main" id="{D1FCD171-5D2B-5092-128E-6AF88E768E3B}"/>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2305" name="TextBox 33">
              <a:extLst>
                <a:ext uri="{FF2B5EF4-FFF2-40B4-BE49-F238E27FC236}">
                  <a16:creationId xmlns:a16="http://schemas.microsoft.com/office/drawing/2014/main" id="{CF2E9B98-2691-F52D-D7A6-D116C39C2978}"/>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9</a:t>
              </a:r>
            </a:p>
          </p:txBody>
        </p:sp>
      </p:grpSp>
      <p:sp>
        <p:nvSpPr>
          <p:cNvPr id="12299" name="Freeform 34">
            <a:extLst>
              <a:ext uri="{FF2B5EF4-FFF2-40B4-BE49-F238E27FC236}">
                <a16:creationId xmlns:a16="http://schemas.microsoft.com/office/drawing/2014/main" id="{E89C8F62-2D86-D9E8-334C-188DA1CEBBF4}"/>
              </a:ext>
            </a:extLst>
          </p:cNvPr>
          <p:cNvSpPr>
            <a:spLocks noChangeArrowheads="1"/>
          </p:cNvSpPr>
          <p:nvPr/>
        </p:nvSpPr>
        <p:spPr bwMode="auto">
          <a:xfrm>
            <a:off x="16313150" y="1028700"/>
            <a:ext cx="946150" cy="236538"/>
          </a:xfrm>
          <a:prstGeom prst="rect">
            <a:avLst/>
          </a:prstGeom>
          <a:blipFill dpi="0" rotWithShape="1">
            <a:blip r:embed="rId2"/>
            <a:srcRect/>
            <a:stretch>
              <a:fillRect/>
            </a:stretch>
          </a:blip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2300" name="Freeform 36">
            <a:extLst>
              <a:ext uri="{FF2B5EF4-FFF2-40B4-BE49-F238E27FC236}">
                <a16:creationId xmlns:a16="http://schemas.microsoft.com/office/drawing/2014/main" id="{27783C8F-C622-A064-68C3-F44A0F284C7B}"/>
              </a:ext>
            </a:extLst>
          </p:cNvPr>
          <p:cNvSpPr>
            <a:spLocks noChangeArrowheads="1"/>
          </p:cNvSpPr>
          <p:nvPr/>
        </p:nvSpPr>
        <p:spPr bwMode="auto">
          <a:xfrm>
            <a:off x="17170400" y="-177800"/>
            <a:ext cx="10995025" cy="10993438"/>
          </a:xfrm>
          <a:prstGeom prst="ellipse">
            <a:avLst/>
          </a:prstGeom>
          <a:noFill/>
          <a:ln w="514350" cap="sq">
            <a:solidFill>
              <a:srgbClr val="FD6220">
                <a:alpha val="11765"/>
              </a:srgbClr>
            </a:solidFill>
            <a:miter lim="800000"/>
            <a:headEnd/>
            <a:tailEnd/>
          </a:ln>
          <a:extLst>
            <a:ext uri="{909E8E84-426E-40DD-AFC4-6F175D3DCCD1}">
              <a14:hiddenFill xmlns:a14="http://schemas.microsoft.com/office/drawing/2010/main">
                <a:solidFill>
                  <a:srgbClr val="FFFFFF"/>
                </a:solidFill>
              </a14:hiddenFill>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2301" name="TextBox 42">
            <a:extLst>
              <a:ext uri="{FF2B5EF4-FFF2-40B4-BE49-F238E27FC236}">
                <a16:creationId xmlns:a16="http://schemas.microsoft.com/office/drawing/2014/main" id="{AF5EF604-20E0-991E-E6E9-88487721D709}"/>
              </a:ext>
            </a:extLst>
          </p:cNvPr>
          <p:cNvSpPr txBox="1">
            <a:spLocks noChangeArrowheads="1"/>
          </p:cNvSpPr>
          <p:nvPr/>
        </p:nvSpPr>
        <p:spPr bwMode="auto">
          <a:xfrm>
            <a:off x="198438" y="342900"/>
            <a:ext cx="17814925" cy="76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r>
              <a:rPr lang="en-US" altLang="en-US" sz="4800" b="1">
                <a:solidFill>
                  <a:srgbClr val="0033CC"/>
                </a:solidFill>
                <a:latin typeface="Times New Roman" panose="02020603050405020304" pitchFamily="18" charset="0"/>
                <a:cs typeface="Times New Roman" panose="02020603050405020304" pitchFamily="18" charset="0"/>
                <a:sym typeface="Times New Roman" panose="02020603050405020304" pitchFamily="18" charset="0"/>
              </a:rPr>
              <a:t>IMPLEMENTATION SCREENSHOTS</a:t>
            </a:r>
          </a:p>
        </p:txBody>
      </p:sp>
      <p:sp>
        <p:nvSpPr>
          <p:cNvPr id="12302" name="TextBox 43">
            <a:extLst>
              <a:ext uri="{FF2B5EF4-FFF2-40B4-BE49-F238E27FC236}">
                <a16:creationId xmlns:a16="http://schemas.microsoft.com/office/drawing/2014/main" id="{50DEBDFD-797B-B5E6-D18D-2558CE6EFA87}"/>
              </a:ext>
            </a:extLst>
          </p:cNvPr>
          <p:cNvSpPr txBox="1">
            <a:spLocks noChangeArrowheads="1"/>
          </p:cNvSpPr>
          <p:nvPr/>
        </p:nvSpPr>
        <p:spPr bwMode="auto">
          <a:xfrm>
            <a:off x="2255838" y="1638300"/>
            <a:ext cx="14990762" cy="754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r>
              <a:rPr lang="en-US" altLang="en-US" sz="4000" b="1">
                <a:latin typeface="Carlito"/>
                <a:ea typeface="Carlito"/>
                <a:cs typeface="Carlito"/>
                <a:sym typeface="Carlito"/>
              </a:rPr>
              <a:t> LOGIN PAGE :</a:t>
            </a:r>
            <a:br>
              <a:rPr lang="en-US" altLang="en-US" sz="2800"/>
            </a:br>
            <a:br>
              <a:rPr lang="en-US" altLang="en-US" sz="2800"/>
            </a:br>
            <a:br>
              <a:rPr lang="en-US" altLang="en-US" sz="2800"/>
            </a:br>
            <a:br>
              <a:rPr lang="en-US" altLang="en-US" sz="2800"/>
            </a:br>
            <a:br>
              <a:rPr lang="en-US" altLang="en-US" sz="2800"/>
            </a:br>
            <a:br>
              <a:rPr lang="en-US" altLang="en-US" sz="2800"/>
            </a:br>
            <a:br>
              <a:rPr lang="en-US" altLang="en-US" sz="2800"/>
            </a:br>
            <a:br>
              <a:rPr lang="en-US" altLang="en-US" sz="2800"/>
            </a:br>
            <a:br>
              <a:rPr lang="en-US" altLang="en-US" sz="2800"/>
            </a:br>
            <a:br>
              <a:rPr lang="en-US" altLang="en-US" sz="2800"/>
            </a:br>
            <a:br>
              <a:rPr lang="en-US" altLang="en-US" sz="2800"/>
            </a:br>
            <a:br>
              <a:rPr lang="en-US" altLang="en-US" sz="2800"/>
            </a:br>
            <a:br>
              <a:rPr lang="en-US" altLang="en-US" sz="2800"/>
            </a:br>
            <a:br>
              <a:rPr lang="en-US" altLang="en-US" sz="2800"/>
            </a:br>
            <a:br>
              <a:rPr lang="en-US" altLang="en-US" sz="2800"/>
            </a:br>
            <a:br>
              <a:rPr lang="en-US" altLang="en-US" sz="2800"/>
            </a:br>
            <a:endParaRPr lang="en-US" altLang="en-US" sz="2800"/>
          </a:p>
        </p:txBody>
      </p:sp>
      <p:pic>
        <p:nvPicPr>
          <p:cNvPr id="3" name="Picture 2">
            <a:extLst>
              <a:ext uri="{FF2B5EF4-FFF2-40B4-BE49-F238E27FC236}">
                <a16:creationId xmlns:a16="http://schemas.microsoft.com/office/drawing/2014/main" id="{847F66BD-45E6-B212-778C-D16EC82B927F}"/>
              </a:ext>
            </a:extLst>
          </p:cNvPr>
          <p:cNvPicPr>
            <a:picLocks noChangeAspect="1"/>
          </p:cNvPicPr>
          <p:nvPr/>
        </p:nvPicPr>
        <p:blipFill>
          <a:blip r:embed="rId3"/>
          <a:stretch>
            <a:fillRect/>
          </a:stretch>
        </p:blipFill>
        <p:spPr>
          <a:xfrm>
            <a:off x="2597046" y="2442209"/>
            <a:ext cx="14308345" cy="7271703"/>
          </a:xfrm>
          <a:prstGeom prst="rect">
            <a:avLst/>
          </a:prstGeom>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314" name="Group 7">
            <a:extLst>
              <a:ext uri="{FF2B5EF4-FFF2-40B4-BE49-F238E27FC236}">
                <a16:creationId xmlns:a16="http://schemas.microsoft.com/office/drawing/2014/main" id="{43326490-FD8A-F632-F3D2-1E2DE7C7E039}"/>
              </a:ext>
            </a:extLst>
          </p:cNvPr>
          <p:cNvGrpSpPr>
            <a:grpSpLocks/>
          </p:cNvGrpSpPr>
          <p:nvPr/>
        </p:nvGrpSpPr>
        <p:grpSpPr bwMode="auto">
          <a:xfrm>
            <a:off x="735013" y="6653213"/>
            <a:ext cx="993775" cy="993775"/>
            <a:chOff x="0" y="0"/>
            <a:chExt cx="992462" cy="992462"/>
          </a:xfrm>
        </p:grpSpPr>
        <p:sp>
          <p:nvSpPr>
            <p:cNvPr id="13344" name="Freeform 8">
              <a:extLst>
                <a:ext uri="{FF2B5EF4-FFF2-40B4-BE49-F238E27FC236}">
                  <a16:creationId xmlns:a16="http://schemas.microsoft.com/office/drawing/2014/main" id="{44E3B91D-89A8-F77F-25AE-E3E3157F9D80}"/>
                </a:ext>
              </a:extLst>
            </p:cNvPr>
            <p:cNvSpPr>
              <a:spLocks noChangeArrowheads="1"/>
            </p:cNvSpPr>
            <p:nvPr/>
          </p:nvSpPr>
          <p:spPr bwMode="auto">
            <a:xfrm>
              <a:off x="0" y="0"/>
              <a:ext cx="992463" cy="992463"/>
            </a:xfrm>
            <a:prstGeom prst="ellipse">
              <a:avLst/>
            </a:prstGeom>
            <a:solidFill>
              <a:srgbClr val="FD6220"/>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3345" name="TextBox 9">
              <a:extLst>
                <a:ext uri="{FF2B5EF4-FFF2-40B4-BE49-F238E27FC236}">
                  <a16:creationId xmlns:a16="http://schemas.microsoft.com/office/drawing/2014/main" id="{029DABF9-B015-FE9C-B90B-357BF07D2A6F}"/>
                </a:ext>
              </a:extLst>
            </p:cNvPr>
            <p:cNvSpPr txBox="1">
              <a:spLocks noChangeArrowheads="1"/>
            </p:cNvSpPr>
            <p:nvPr/>
          </p:nvSpPr>
          <p:spPr bwMode="auto">
            <a:xfrm>
              <a:off x="93043" y="187530"/>
              <a:ext cx="806377" cy="547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3700"/>
                </a:lnSpc>
              </a:pPr>
              <a:r>
                <a:rPr lang="en-US" altLang="en-US" sz="2400" b="1">
                  <a:solidFill>
                    <a:srgbClr val="002060"/>
                  </a:solidFill>
                  <a:latin typeface="Gotham"/>
                  <a:ea typeface="Gotham"/>
                  <a:cs typeface="Gotham"/>
                  <a:sym typeface="Gotham"/>
                </a:rPr>
                <a:t>8</a:t>
              </a:r>
            </a:p>
          </p:txBody>
        </p:sp>
      </p:grpSp>
      <p:grpSp>
        <p:nvGrpSpPr>
          <p:cNvPr id="13315" name="Group 10">
            <a:extLst>
              <a:ext uri="{FF2B5EF4-FFF2-40B4-BE49-F238E27FC236}">
                <a16:creationId xmlns:a16="http://schemas.microsoft.com/office/drawing/2014/main" id="{AF673AC8-2671-9703-A648-131398C587D4}"/>
              </a:ext>
            </a:extLst>
          </p:cNvPr>
          <p:cNvGrpSpPr>
            <a:grpSpLocks/>
          </p:cNvGrpSpPr>
          <p:nvPr/>
        </p:nvGrpSpPr>
        <p:grpSpPr bwMode="auto">
          <a:xfrm>
            <a:off x="977900" y="3316288"/>
            <a:ext cx="508000" cy="542925"/>
            <a:chOff x="0" y="0"/>
            <a:chExt cx="508157" cy="543804"/>
          </a:xfrm>
        </p:grpSpPr>
        <p:sp>
          <p:nvSpPr>
            <p:cNvPr id="13342" name="Freeform 11">
              <a:extLst>
                <a:ext uri="{FF2B5EF4-FFF2-40B4-BE49-F238E27FC236}">
                  <a16:creationId xmlns:a16="http://schemas.microsoft.com/office/drawing/2014/main" id="{DE1944CA-A939-01FC-8757-EB99E8BBE158}"/>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3343" name="TextBox 12">
              <a:extLst>
                <a:ext uri="{FF2B5EF4-FFF2-40B4-BE49-F238E27FC236}">
                  <a16:creationId xmlns:a16="http://schemas.microsoft.com/office/drawing/2014/main" id="{913D9149-505C-0C10-0075-3F5004420ACC}"/>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3</a:t>
              </a:r>
            </a:p>
          </p:txBody>
        </p:sp>
      </p:grpSp>
      <p:grpSp>
        <p:nvGrpSpPr>
          <p:cNvPr id="13316" name="Group 13">
            <a:extLst>
              <a:ext uri="{FF2B5EF4-FFF2-40B4-BE49-F238E27FC236}">
                <a16:creationId xmlns:a16="http://schemas.microsoft.com/office/drawing/2014/main" id="{977E8DDF-9AEB-F142-0752-6499C3722C0B}"/>
              </a:ext>
            </a:extLst>
          </p:cNvPr>
          <p:cNvGrpSpPr>
            <a:grpSpLocks/>
          </p:cNvGrpSpPr>
          <p:nvPr/>
        </p:nvGrpSpPr>
        <p:grpSpPr bwMode="auto">
          <a:xfrm>
            <a:off x="977900" y="1982788"/>
            <a:ext cx="508000" cy="542925"/>
            <a:chOff x="0" y="0"/>
            <a:chExt cx="508157" cy="543804"/>
          </a:xfrm>
        </p:grpSpPr>
        <p:sp>
          <p:nvSpPr>
            <p:cNvPr id="13340" name="Freeform 14">
              <a:extLst>
                <a:ext uri="{FF2B5EF4-FFF2-40B4-BE49-F238E27FC236}">
                  <a16:creationId xmlns:a16="http://schemas.microsoft.com/office/drawing/2014/main" id="{D6E99C7A-F9FF-04A7-275F-602A390AB3AC}"/>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3341" name="TextBox 15">
              <a:extLst>
                <a:ext uri="{FF2B5EF4-FFF2-40B4-BE49-F238E27FC236}">
                  <a16:creationId xmlns:a16="http://schemas.microsoft.com/office/drawing/2014/main" id="{AE04FA39-4A3A-77F8-AFD6-ECBEFC217234}"/>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1</a:t>
              </a:r>
            </a:p>
          </p:txBody>
        </p:sp>
      </p:grpSp>
      <p:grpSp>
        <p:nvGrpSpPr>
          <p:cNvPr id="13317" name="Group 16">
            <a:extLst>
              <a:ext uri="{FF2B5EF4-FFF2-40B4-BE49-F238E27FC236}">
                <a16:creationId xmlns:a16="http://schemas.microsoft.com/office/drawing/2014/main" id="{AFF3B2BA-2746-C015-A421-6F280CB58AC3}"/>
              </a:ext>
            </a:extLst>
          </p:cNvPr>
          <p:cNvGrpSpPr>
            <a:grpSpLocks/>
          </p:cNvGrpSpPr>
          <p:nvPr/>
        </p:nvGrpSpPr>
        <p:grpSpPr bwMode="auto">
          <a:xfrm>
            <a:off x="977900" y="3983038"/>
            <a:ext cx="508000" cy="544512"/>
            <a:chOff x="0" y="0"/>
            <a:chExt cx="508157" cy="543804"/>
          </a:xfrm>
        </p:grpSpPr>
        <p:sp>
          <p:nvSpPr>
            <p:cNvPr id="13338" name="Freeform 17">
              <a:extLst>
                <a:ext uri="{FF2B5EF4-FFF2-40B4-BE49-F238E27FC236}">
                  <a16:creationId xmlns:a16="http://schemas.microsoft.com/office/drawing/2014/main" id="{D3B1BC34-A864-965B-A643-F88C2695981F}"/>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3339" name="TextBox 18">
              <a:extLst>
                <a:ext uri="{FF2B5EF4-FFF2-40B4-BE49-F238E27FC236}">
                  <a16:creationId xmlns:a16="http://schemas.microsoft.com/office/drawing/2014/main" id="{51402496-61F4-5B56-808F-748A3A80F7B7}"/>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4</a:t>
              </a:r>
            </a:p>
          </p:txBody>
        </p:sp>
      </p:grpSp>
      <p:grpSp>
        <p:nvGrpSpPr>
          <p:cNvPr id="13318" name="Group 19">
            <a:extLst>
              <a:ext uri="{FF2B5EF4-FFF2-40B4-BE49-F238E27FC236}">
                <a16:creationId xmlns:a16="http://schemas.microsoft.com/office/drawing/2014/main" id="{3AC83DBC-3241-9401-D76A-19C4AB617760}"/>
              </a:ext>
            </a:extLst>
          </p:cNvPr>
          <p:cNvGrpSpPr>
            <a:grpSpLocks/>
          </p:cNvGrpSpPr>
          <p:nvPr/>
        </p:nvGrpSpPr>
        <p:grpSpPr bwMode="auto">
          <a:xfrm>
            <a:off x="977900" y="2647950"/>
            <a:ext cx="508000" cy="544513"/>
            <a:chOff x="0" y="0"/>
            <a:chExt cx="508157" cy="543804"/>
          </a:xfrm>
        </p:grpSpPr>
        <p:sp>
          <p:nvSpPr>
            <p:cNvPr id="13336" name="Freeform 20">
              <a:extLst>
                <a:ext uri="{FF2B5EF4-FFF2-40B4-BE49-F238E27FC236}">
                  <a16:creationId xmlns:a16="http://schemas.microsoft.com/office/drawing/2014/main" id="{2FA9143C-05AF-D62E-554A-1CD798DF9AD6}"/>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3337" name="TextBox 21">
              <a:extLst>
                <a:ext uri="{FF2B5EF4-FFF2-40B4-BE49-F238E27FC236}">
                  <a16:creationId xmlns:a16="http://schemas.microsoft.com/office/drawing/2014/main" id="{416D5959-0BEE-A78A-4744-758110264A97}"/>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2</a:t>
              </a:r>
            </a:p>
          </p:txBody>
        </p:sp>
      </p:grpSp>
      <p:grpSp>
        <p:nvGrpSpPr>
          <p:cNvPr id="13319" name="Group 22">
            <a:extLst>
              <a:ext uri="{FF2B5EF4-FFF2-40B4-BE49-F238E27FC236}">
                <a16:creationId xmlns:a16="http://schemas.microsoft.com/office/drawing/2014/main" id="{91C7C58D-CB78-5D7E-6EAB-1B9F6247CE04}"/>
              </a:ext>
            </a:extLst>
          </p:cNvPr>
          <p:cNvGrpSpPr>
            <a:grpSpLocks/>
          </p:cNvGrpSpPr>
          <p:nvPr/>
        </p:nvGrpSpPr>
        <p:grpSpPr bwMode="auto">
          <a:xfrm>
            <a:off x="977900" y="5318125"/>
            <a:ext cx="508000" cy="544513"/>
            <a:chOff x="0" y="0"/>
            <a:chExt cx="508157" cy="543804"/>
          </a:xfrm>
        </p:grpSpPr>
        <p:sp>
          <p:nvSpPr>
            <p:cNvPr id="13334" name="Freeform 23">
              <a:extLst>
                <a:ext uri="{FF2B5EF4-FFF2-40B4-BE49-F238E27FC236}">
                  <a16:creationId xmlns:a16="http://schemas.microsoft.com/office/drawing/2014/main" id="{C6F21427-9DDE-E33A-7DD1-8AB3C2D5CC60}"/>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3335" name="TextBox 24">
              <a:extLst>
                <a:ext uri="{FF2B5EF4-FFF2-40B4-BE49-F238E27FC236}">
                  <a16:creationId xmlns:a16="http://schemas.microsoft.com/office/drawing/2014/main" id="{9C224590-63B8-BC92-34C6-D123A631F851}"/>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6</a:t>
              </a:r>
            </a:p>
          </p:txBody>
        </p:sp>
      </p:grpSp>
      <p:grpSp>
        <p:nvGrpSpPr>
          <p:cNvPr id="13320" name="Group 25">
            <a:extLst>
              <a:ext uri="{FF2B5EF4-FFF2-40B4-BE49-F238E27FC236}">
                <a16:creationId xmlns:a16="http://schemas.microsoft.com/office/drawing/2014/main" id="{AE16A85B-6321-F832-6E04-F3F524447997}"/>
              </a:ext>
            </a:extLst>
          </p:cNvPr>
          <p:cNvGrpSpPr>
            <a:grpSpLocks/>
          </p:cNvGrpSpPr>
          <p:nvPr/>
        </p:nvGrpSpPr>
        <p:grpSpPr bwMode="auto">
          <a:xfrm>
            <a:off x="977900" y="4651375"/>
            <a:ext cx="508000" cy="542925"/>
            <a:chOff x="0" y="0"/>
            <a:chExt cx="508157" cy="543804"/>
          </a:xfrm>
        </p:grpSpPr>
        <p:sp>
          <p:nvSpPr>
            <p:cNvPr id="13332" name="Freeform 26">
              <a:extLst>
                <a:ext uri="{FF2B5EF4-FFF2-40B4-BE49-F238E27FC236}">
                  <a16:creationId xmlns:a16="http://schemas.microsoft.com/office/drawing/2014/main" id="{DF73D517-7677-8A0F-619A-BFF12F9AE6E2}"/>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3333" name="TextBox 27">
              <a:extLst>
                <a:ext uri="{FF2B5EF4-FFF2-40B4-BE49-F238E27FC236}">
                  <a16:creationId xmlns:a16="http://schemas.microsoft.com/office/drawing/2014/main" id="{E346E50F-AC93-562D-F790-3173D56B64EB}"/>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5</a:t>
              </a:r>
            </a:p>
          </p:txBody>
        </p:sp>
      </p:grpSp>
      <p:grpSp>
        <p:nvGrpSpPr>
          <p:cNvPr id="13321" name="Group 28">
            <a:extLst>
              <a:ext uri="{FF2B5EF4-FFF2-40B4-BE49-F238E27FC236}">
                <a16:creationId xmlns:a16="http://schemas.microsoft.com/office/drawing/2014/main" id="{E1FAA87C-2AD9-3ED3-B673-D2FB90A52409}"/>
              </a:ext>
            </a:extLst>
          </p:cNvPr>
          <p:cNvGrpSpPr>
            <a:grpSpLocks/>
          </p:cNvGrpSpPr>
          <p:nvPr/>
        </p:nvGrpSpPr>
        <p:grpSpPr bwMode="auto">
          <a:xfrm>
            <a:off x="977900" y="5986463"/>
            <a:ext cx="508000" cy="542925"/>
            <a:chOff x="0" y="0"/>
            <a:chExt cx="508157" cy="543804"/>
          </a:xfrm>
        </p:grpSpPr>
        <p:sp>
          <p:nvSpPr>
            <p:cNvPr id="13330" name="Freeform 29">
              <a:extLst>
                <a:ext uri="{FF2B5EF4-FFF2-40B4-BE49-F238E27FC236}">
                  <a16:creationId xmlns:a16="http://schemas.microsoft.com/office/drawing/2014/main" id="{171E2005-5EB1-5C27-5F98-722DE1FF2934}"/>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3331" name="TextBox 30">
              <a:extLst>
                <a:ext uri="{FF2B5EF4-FFF2-40B4-BE49-F238E27FC236}">
                  <a16:creationId xmlns:a16="http://schemas.microsoft.com/office/drawing/2014/main" id="{D0EA11F3-64DF-0E7B-F9A8-3E36C937BA8E}"/>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7</a:t>
              </a:r>
            </a:p>
          </p:txBody>
        </p:sp>
      </p:grpSp>
      <p:grpSp>
        <p:nvGrpSpPr>
          <p:cNvPr id="13322" name="Group 31">
            <a:extLst>
              <a:ext uri="{FF2B5EF4-FFF2-40B4-BE49-F238E27FC236}">
                <a16:creationId xmlns:a16="http://schemas.microsoft.com/office/drawing/2014/main" id="{7CEB9B6D-650E-060E-FBDB-EBEE24BCD5D3}"/>
              </a:ext>
            </a:extLst>
          </p:cNvPr>
          <p:cNvGrpSpPr>
            <a:grpSpLocks/>
          </p:cNvGrpSpPr>
          <p:nvPr/>
        </p:nvGrpSpPr>
        <p:grpSpPr bwMode="auto">
          <a:xfrm>
            <a:off x="977900" y="7761288"/>
            <a:ext cx="508000" cy="542925"/>
            <a:chOff x="0" y="0"/>
            <a:chExt cx="508157" cy="543804"/>
          </a:xfrm>
        </p:grpSpPr>
        <p:sp>
          <p:nvSpPr>
            <p:cNvPr id="13328" name="Freeform 32">
              <a:extLst>
                <a:ext uri="{FF2B5EF4-FFF2-40B4-BE49-F238E27FC236}">
                  <a16:creationId xmlns:a16="http://schemas.microsoft.com/office/drawing/2014/main" id="{8F44BDAA-98EE-FF7E-013E-1B58AB736177}"/>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3329" name="TextBox 33">
              <a:extLst>
                <a:ext uri="{FF2B5EF4-FFF2-40B4-BE49-F238E27FC236}">
                  <a16:creationId xmlns:a16="http://schemas.microsoft.com/office/drawing/2014/main" id="{5978009C-9FF5-80E4-094B-1FC483389D73}"/>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9</a:t>
              </a:r>
            </a:p>
          </p:txBody>
        </p:sp>
      </p:grpSp>
      <p:sp>
        <p:nvSpPr>
          <p:cNvPr id="13323" name="Freeform 34">
            <a:extLst>
              <a:ext uri="{FF2B5EF4-FFF2-40B4-BE49-F238E27FC236}">
                <a16:creationId xmlns:a16="http://schemas.microsoft.com/office/drawing/2014/main" id="{0DB1E7D3-B0B3-6D2C-C9F9-8BAD39E5212F}"/>
              </a:ext>
            </a:extLst>
          </p:cNvPr>
          <p:cNvSpPr>
            <a:spLocks noChangeArrowheads="1"/>
          </p:cNvSpPr>
          <p:nvPr/>
        </p:nvSpPr>
        <p:spPr bwMode="auto">
          <a:xfrm>
            <a:off x="16313150" y="1028700"/>
            <a:ext cx="946150" cy="236538"/>
          </a:xfrm>
          <a:prstGeom prst="rect">
            <a:avLst/>
          </a:prstGeom>
          <a:blipFill dpi="0" rotWithShape="1">
            <a:blip r:embed="rId2"/>
            <a:srcRect/>
            <a:stretch>
              <a:fillRect/>
            </a:stretch>
          </a:blip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3324" name="Freeform 36">
            <a:extLst>
              <a:ext uri="{FF2B5EF4-FFF2-40B4-BE49-F238E27FC236}">
                <a16:creationId xmlns:a16="http://schemas.microsoft.com/office/drawing/2014/main" id="{771633F5-F270-C2C1-F6CE-82A7A83B3A30}"/>
              </a:ext>
            </a:extLst>
          </p:cNvPr>
          <p:cNvSpPr>
            <a:spLocks noChangeArrowheads="1"/>
          </p:cNvSpPr>
          <p:nvPr/>
        </p:nvSpPr>
        <p:spPr bwMode="auto">
          <a:xfrm>
            <a:off x="17170400" y="-177800"/>
            <a:ext cx="10995025" cy="10993438"/>
          </a:xfrm>
          <a:prstGeom prst="ellipse">
            <a:avLst/>
          </a:prstGeom>
          <a:noFill/>
          <a:ln w="514350" cap="sq">
            <a:solidFill>
              <a:srgbClr val="FD6220">
                <a:alpha val="11765"/>
              </a:srgbClr>
            </a:solidFill>
            <a:miter lim="800000"/>
            <a:headEnd/>
            <a:tailEnd/>
          </a:ln>
          <a:extLst>
            <a:ext uri="{909E8E84-426E-40DD-AFC4-6F175D3DCCD1}">
              <a14:hiddenFill xmlns:a14="http://schemas.microsoft.com/office/drawing/2010/main">
                <a:solidFill>
                  <a:srgbClr val="FFFFFF"/>
                </a:solidFill>
              </a14:hiddenFill>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3325" name="TextBox 42">
            <a:extLst>
              <a:ext uri="{FF2B5EF4-FFF2-40B4-BE49-F238E27FC236}">
                <a16:creationId xmlns:a16="http://schemas.microsoft.com/office/drawing/2014/main" id="{A5B6B58D-69CD-27E8-83C5-39A9E2F9A31F}"/>
              </a:ext>
            </a:extLst>
          </p:cNvPr>
          <p:cNvSpPr txBox="1">
            <a:spLocks noChangeArrowheads="1"/>
          </p:cNvSpPr>
          <p:nvPr/>
        </p:nvSpPr>
        <p:spPr bwMode="auto">
          <a:xfrm>
            <a:off x="198438" y="342900"/>
            <a:ext cx="17814925" cy="76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r>
              <a:rPr lang="en-US" altLang="en-US" sz="4800" b="1">
                <a:solidFill>
                  <a:srgbClr val="0033CC"/>
                </a:solidFill>
                <a:latin typeface="Times New Roman" panose="02020603050405020304" pitchFamily="18" charset="0"/>
                <a:cs typeface="Times New Roman" panose="02020603050405020304" pitchFamily="18" charset="0"/>
                <a:sym typeface="Times New Roman" panose="02020603050405020304" pitchFamily="18" charset="0"/>
              </a:rPr>
              <a:t>IMPLEMENTATION SCREENSHOTS</a:t>
            </a:r>
          </a:p>
        </p:txBody>
      </p:sp>
      <p:sp>
        <p:nvSpPr>
          <p:cNvPr id="13326" name="TextBox 43">
            <a:extLst>
              <a:ext uri="{FF2B5EF4-FFF2-40B4-BE49-F238E27FC236}">
                <a16:creationId xmlns:a16="http://schemas.microsoft.com/office/drawing/2014/main" id="{E254CA87-98F9-92F9-3698-3BB8A6E96FE7}"/>
              </a:ext>
            </a:extLst>
          </p:cNvPr>
          <p:cNvSpPr txBox="1">
            <a:spLocks noChangeArrowheads="1"/>
          </p:cNvSpPr>
          <p:nvPr/>
        </p:nvSpPr>
        <p:spPr bwMode="auto">
          <a:xfrm>
            <a:off x="2255838" y="1638300"/>
            <a:ext cx="14990762" cy="754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r>
              <a:rPr lang="en-US" altLang="en-US" sz="4000" b="1">
                <a:latin typeface="Carlito"/>
                <a:ea typeface="Carlito"/>
                <a:cs typeface="Carlito"/>
                <a:sym typeface="Carlito"/>
              </a:rPr>
              <a:t> HOME PAGE :</a:t>
            </a:r>
            <a:br>
              <a:rPr lang="en-US" altLang="en-US" sz="2800"/>
            </a:br>
            <a:br>
              <a:rPr lang="en-US" altLang="en-US" sz="2800"/>
            </a:br>
            <a:br>
              <a:rPr lang="en-US" altLang="en-US" sz="2800"/>
            </a:br>
            <a:br>
              <a:rPr lang="en-US" altLang="en-US" sz="2800"/>
            </a:br>
            <a:br>
              <a:rPr lang="en-US" altLang="en-US" sz="2800"/>
            </a:br>
            <a:br>
              <a:rPr lang="en-US" altLang="en-US" sz="2800"/>
            </a:br>
            <a:br>
              <a:rPr lang="en-US" altLang="en-US" sz="2800"/>
            </a:br>
            <a:br>
              <a:rPr lang="en-US" altLang="en-US" sz="2800"/>
            </a:br>
            <a:br>
              <a:rPr lang="en-US" altLang="en-US" sz="2800"/>
            </a:br>
            <a:br>
              <a:rPr lang="en-US" altLang="en-US" sz="2800"/>
            </a:br>
            <a:br>
              <a:rPr lang="en-US" altLang="en-US" sz="2800"/>
            </a:br>
            <a:br>
              <a:rPr lang="en-US" altLang="en-US" sz="2800"/>
            </a:br>
            <a:br>
              <a:rPr lang="en-US" altLang="en-US" sz="2800"/>
            </a:br>
            <a:br>
              <a:rPr lang="en-US" altLang="en-US" sz="2800"/>
            </a:br>
            <a:br>
              <a:rPr lang="en-US" altLang="en-US" sz="2800"/>
            </a:br>
            <a:br>
              <a:rPr lang="en-US" altLang="en-US" sz="2800"/>
            </a:br>
            <a:endParaRPr lang="en-US" altLang="en-US" sz="2800"/>
          </a:p>
        </p:txBody>
      </p:sp>
      <p:pic>
        <p:nvPicPr>
          <p:cNvPr id="4" name="Picture 3">
            <a:extLst>
              <a:ext uri="{FF2B5EF4-FFF2-40B4-BE49-F238E27FC236}">
                <a16:creationId xmlns:a16="http://schemas.microsoft.com/office/drawing/2014/main" id="{AE2BF994-A756-DE5D-F9CA-1AB7C5E5C796}"/>
              </a:ext>
            </a:extLst>
          </p:cNvPr>
          <p:cNvPicPr>
            <a:picLocks noChangeAspect="1"/>
          </p:cNvPicPr>
          <p:nvPr/>
        </p:nvPicPr>
        <p:blipFill>
          <a:blip r:embed="rId3"/>
          <a:stretch>
            <a:fillRect/>
          </a:stretch>
        </p:blipFill>
        <p:spPr>
          <a:xfrm>
            <a:off x="2586039" y="2391686"/>
            <a:ext cx="15444786" cy="6480851"/>
          </a:xfrm>
          <a:prstGeom prst="rect">
            <a:avLst/>
          </a:prstGeom>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338" name="Group 7">
            <a:extLst>
              <a:ext uri="{FF2B5EF4-FFF2-40B4-BE49-F238E27FC236}">
                <a16:creationId xmlns:a16="http://schemas.microsoft.com/office/drawing/2014/main" id="{5D1B3D65-FECE-92EF-AB58-9CD82FCA986D}"/>
              </a:ext>
            </a:extLst>
          </p:cNvPr>
          <p:cNvGrpSpPr>
            <a:grpSpLocks/>
          </p:cNvGrpSpPr>
          <p:nvPr/>
        </p:nvGrpSpPr>
        <p:grpSpPr bwMode="auto">
          <a:xfrm>
            <a:off x="735013" y="6653213"/>
            <a:ext cx="993775" cy="993775"/>
            <a:chOff x="0" y="0"/>
            <a:chExt cx="992462" cy="992462"/>
          </a:xfrm>
        </p:grpSpPr>
        <p:sp>
          <p:nvSpPr>
            <p:cNvPr id="14368" name="Freeform 8">
              <a:extLst>
                <a:ext uri="{FF2B5EF4-FFF2-40B4-BE49-F238E27FC236}">
                  <a16:creationId xmlns:a16="http://schemas.microsoft.com/office/drawing/2014/main" id="{C356679F-BB0C-C8B4-8A4E-B2C197F12B20}"/>
                </a:ext>
              </a:extLst>
            </p:cNvPr>
            <p:cNvSpPr>
              <a:spLocks noChangeArrowheads="1"/>
            </p:cNvSpPr>
            <p:nvPr/>
          </p:nvSpPr>
          <p:spPr bwMode="auto">
            <a:xfrm>
              <a:off x="0" y="0"/>
              <a:ext cx="992463" cy="992463"/>
            </a:xfrm>
            <a:prstGeom prst="ellipse">
              <a:avLst/>
            </a:prstGeom>
            <a:solidFill>
              <a:srgbClr val="FD6220"/>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4369" name="TextBox 9">
              <a:extLst>
                <a:ext uri="{FF2B5EF4-FFF2-40B4-BE49-F238E27FC236}">
                  <a16:creationId xmlns:a16="http://schemas.microsoft.com/office/drawing/2014/main" id="{D78ED057-4877-0946-1E05-43DFD75EAFF9}"/>
                </a:ext>
              </a:extLst>
            </p:cNvPr>
            <p:cNvSpPr txBox="1">
              <a:spLocks noChangeArrowheads="1"/>
            </p:cNvSpPr>
            <p:nvPr/>
          </p:nvSpPr>
          <p:spPr bwMode="auto">
            <a:xfrm>
              <a:off x="93043" y="187530"/>
              <a:ext cx="806377" cy="547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3700"/>
                </a:lnSpc>
              </a:pPr>
              <a:r>
                <a:rPr lang="en-US" altLang="en-US" sz="2400" b="1">
                  <a:solidFill>
                    <a:srgbClr val="002060"/>
                  </a:solidFill>
                  <a:latin typeface="Gotham"/>
                  <a:ea typeface="Gotham"/>
                  <a:cs typeface="Gotham"/>
                  <a:sym typeface="Gotham"/>
                </a:rPr>
                <a:t>8(A)</a:t>
              </a:r>
            </a:p>
          </p:txBody>
        </p:sp>
      </p:grpSp>
      <p:grpSp>
        <p:nvGrpSpPr>
          <p:cNvPr id="14339" name="Group 10">
            <a:extLst>
              <a:ext uri="{FF2B5EF4-FFF2-40B4-BE49-F238E27FC236}">
                <a16:creationId xmlns:a16="http://schemas.microsoft.com/office/drawing/2014/main" id="{03229246-7B41-413F-6F74-B38B72F3F0CE}"/>
              </a:ext>
            </a:extLst>
          </p:cNvPr>
          <p:cNvGrpSpPr>
            <a:grpSpLocks/>
          </p:cNvGrpSpPr>
          <p:nvPr/>
        </p:nvGrpSpPr>
        <p:grpSpPr bwMode="auto">
          <a:xfrm>
            <a:off x="977900" y="3316288"/>
            <a:ext cx="508000" cy="542925"/>
            <a:chOff x="0" y="0"/>
            <a:chExt cx="508157" cy="543804"/>
          </a:xfrm>
        </p:grpSpPr>
        <p:sp>
          <p:nvSpPr>
            <p:cNvPr id="14366" name="Freeform 11">
              <a:extLst>
                <a:ext uri="{FF2B5EF4-FFF2-40B4-BE49-F238E27FC236}">
                  <a16:creationId xmlns:a16="http://schemas.microsoft.com/office/drawing/2014/main" id="{831401E8-4148-8DD3-55B7-1FACC2C70A78}"/>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4367" name="TextBox 12">
              <a:extLst>
                <a:ext uri="{FF2B5EF4-FFF2-40B4-BE49-F238E27FC236}">
                  <a16:creationId xmlns:a16="http://schemas.microsoft.com/office/drawing/2014/main" id="{01DDC648-FFC2-68E7-0340-0BC714E6CEF0}"/>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3</a:t>
              </a:r>
            </a:p>
          </p:txBody>
        </p:sp>
      </p:grpSp>
      <p:grpSp>
        <p:nvGrpSpPr>
          <p:cNvPr id="14340" name="Group 13">
            <a:extLst>
              <a:ext uri="{FF2B5EF4-FFF2-40B4-BE49-F238E27FC236}">
                <a16:creationId xmlns:a16="http://schemas.microsoft.com/office/drawing/2014/main" id="{DFFAD8BE-4E90-95E6-95A1-77ABFEA2CB34}"/>
              </a:ext>
            </a:extLst>
          </p:cNvPr>
          <p:cNvGrpSpPr>
            <a:grpSpLocks/>
          </p:cNvGrpSpPr>
          <p:nvPr/>
        </p:nvGrpSpPr>
        <p:grpSpPr bwMode="auto">
          <a:xfrm>
            <a:off x="977900" y="1982788"/>
            <a:ext cx="508000" cy="542925"/>
            <a:chOff x="0" y="0"/>
            <a:chExt cx="508157" cy="543804"/>
          </a:xfrm>
        </p:grpSpPr>
        <p:sp>
          <p:nvSpPr>
            <p:cNvPr id="14364" name="Freeform 14">
              <a:extLst>
                <a:ext uri="{FF2B5EF4-FFF2-40B4-BE49-F238E27FC236}">
                  <a16:creationId xmlns:a16="http://schemas.microsoft.com/office/drawing/2014/main" id="{FD8ECC33-E8E9-ABC9-6857-F9AE6B1904EE}"/>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4365" name="TextBox 15">
              <a:extLst>
                <a:ext uri="{FF2B5EF4-FFF2-40B4-BE49-F238E27FC236}">
                  <a16:creationId xmlns:a16="http://schemas.microsoft.com/office/drawing/2014/main" id="{3C85FF7E-110D-435F-0526-B5A3746B94FF}"/>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1</a:t>
              </a:r>
            </a:p>
          </p:txBody>
        </p:sp>
      </p:grpSp>
      <p:grpSp>
        <p:nvGrpSpPr>
          <p:cNvPr id="14341" name="Group 16">
            <a:extLst>
              <a:ext uri="{FF2B5EF4-FFF2-40B4-BE49-F238E27FC236}">
                <a16:creationId xmlns:a16="http://schemas.microsoft.com/office/drawing/2014/main" id="{0C567F48-7F86-E255-CB13-6AE7BC2690E8}"/>
              </a:ext>
            </a:extLst>
          </p:cNvPr>
          <p:cNvGrpSpPr>
            <a:grpSpLocks/>
          </p:cNvGrpSpPr>
          <p:nvPr/>
        </p:nvGrpSpPr>
        <p:grpSpPr bwMode="auto">
          <a:xfrm>
            <a:off x="977900" y="3983038"/>
            <a:ext cx="508000" cy="544512"/>
            <a:chOff x="0" y="0"/>
            <a:chExt cx="508157" cy="543804"/>
          </a:xfrm>
        </p:grpSpPr>
        <p:sp>
          <p:nvSpPr>
            <p:cNvPr id="14362" name="Freeform 17">
              <a:extLst>
                <a:ext uri="{FF2B5EF4-FFF2-40B4-BE49-F238E27FC236}">
                  <a16:creationId xmlns:a16="http://schemas.microsoft.com/office/drawing/2014/main" id="{07D16354-B86E-EF68-E28E-A1EFEB46D0AC}"/>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4363" name="TextBox 18">
              <a:extLst>
                <a:ext uri="{FF2B5EF4-FFF2-40B4-BE49-F238E27FC236}">
                  <a16:creationId xmlns:a16="http://schemas.microsoft.com/office/drawing/2014/main" id="{E5719F8A-C376-8351-2296-84C08FB7CCA0}"/>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4</a:t>
              </a:r>
            </a:p>
          </p:txBody>
        </p:sp>
      </p:grpSp>
      <p:grpSp>
        <p:nvGrpSpPr>
          <p:cNvPr id="14342" name="Group 19">
            <a:extLst>
              <a:ext uri="{FF2B5EF4-FFF2-40B4-BE49-F238E27FC236}">
                <a16:creationId xmlns:a16="http://schemas.microsoft.com/office/drawing/2014/main" id="{2F034D1C-30DD-710E-8C75-9FE71401E13E}"/>
              </a:ext>
            </a:extLst>
          </p:cNvPr>
          <p:cNvGrpSpPr>
            <a:grpSpLocks/>
          </p:cNvGrpSpPr>
          <p:nvPr/>
        </p:nvGrpSpPr>
        <p:grpSpPr bwMode="auto">
          <a:xfrm>
            <a:off x="977900" y="2647950"/>
            <a:ext cx="508000" cy="544513"/>
            <a:chOff x="0" y="0"/>
            <a:chExt cx="508157" cy="543804"/>
          </a:xfrm>
        </p:grpSpPr>
        <p:sp>
          <p:nvSpPr>
            <p:cNvPr id="14360" name="Freeform 20">
              <a:extLst>
                <a:ext uri="{FF2B5EF4-FFF2-40B4-BE49-F238E27FC236}">
                  <a16:creationId xmlns:a16="http://schemas.microsoft.com/office/drawing/2014/main" id="{6CA1724D-778E-AA28-0B12-A77BAA9BBD69}"/>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4361" name="TextBox 21">
              <a:extLst>
                <a:ext uri="{FF2B5EF4-FFF2-40B4-BE49-F238E27FC236}">
                  <a16:creationId xmlns:a16="http://schemas.microsoft.com/office/drawing/2014/main" id="{281E545C-2EB3-8620-0658-EA259D29F9D6}"/>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2</a:t>
              </a:r>
            </a:p>
          </p:txBody>
        </p:sp>
      </p:grpSp>
      <p:grpSp>
        <p:nvGrpSpPr>
          <p:cNvPr id="14343" name="Group 22">
            <a:extLst>
              <a:ext uri="{FF2B5EF4-FFF2-40B4-BE49-F238E27FC236}">
                <a16:creationId xmlns:a16="http://schemas.microsoft.com/office/drawing/2014/main" id="{6B10C4E2-41C3-469E-E886-E60425365F2D}"/>
              </a:ext>
            </a:extLst>
          </p:cNvPr>
          <p:cNvGrpSpPr>
            <a:grpSpLocks/>
          </p:cNvGrpSpPr>
          <p:nvPr/>
        </p:nvGrpSpPr>
        <p:grpSpPr bwMode="auto">
          <a:xfrm>
            <a:off x="977900" y="5318125"/>
            <a:ext cx="508000" cy="544513"/>
            <a:chOff x="0" y="0"/>
            <a:chExt cx="508157" cy="543804"/>
          </a:xfrm>
        </p:grpSpPr>
        <p:sp>
          <p:nvSpPr>
            <p:cNvPr id="14358" name="Freeform 23">
              <a:extLst>
                <a:ext uri="{FF2B5EF4-FFF2-40B4-BE49-F238E27FC236}">
                  <a16:creationId xmlns:a16="http://schemas.microsoft.com/office/drawing/2014/main" id="{A43494CA-7841-D696-E971-B4E7D226BD61}"/>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4359" name="TextBox 24">
              <a:extLst>
                <a:ext uri="{FF2B5EF4-FFF2-40B4-BE49-F238E27FC236}">
                  <a16:creationId xmlns:a16="http://schemas.microsoft.com/office/drawing/2014/main" id="{3858CD9F-EDBD-04AB-34EA-522F2715689A}"/>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6</a:t>
              </a:r>
            </a:p>
          </p:txBody>
        </p:sp>
      </p:grpSp>
      <p:grpSp>
        <p:nvGrpSpPr>
          <p:cNvPr id="14344" name="Group 25">
            <a:extLst>
              <a:ext uri="{FF2B5EF4-FFF2-40B4-BE49-F238E27FC236}">
                <a16:creationId xmlns:a16="http://schemas.microsoft.com/office/drawing/2014/main" id="{80FC0114-FC08-0419-4945-107BAB533D39}"/>
              </a:ext>
            </a:extLst>
          </p:cNvPr>
          <p:cNvGrpSpPr>
            <a:grpSpLocks/>
          </p:cNvGrpSpPr>
          <p:nvPr/>
        </p:nvGrpSpPr>
        <p:grpSpPr bwMode="auto">
          <a:xfrm>
            <a:off x="977900" y="4651375"/>
            <a:ext cx="508000" cy="542925"/>
            <a:chOff x="0" y="0"/>
            <a:chExt cx="508157" cy="543804"/>
          </a:xfrm>
        </p:grpSpPr>
        <p:sp>
          <p:nvSpPr>
            <p:cNvPr id="14356" name="Freeform 26">
              <a:extLst>
                <a:ext uri="{FF2B5EF4-FFF2-40B4-BE49-F238E27FC236}">
                  <a16:creationId xmlns:a16="http://schemas.microsoft.com/office/drawing/2014/main" id="{D71FA47E-8E85-1C6C-9B70-648DEEC0D512}"/>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4357" name="TextBox 27">
              <a:extLst>
                <a:ext uri="{FF2B5EF4-FFF2-40B4-BE49-F238E27FC236}">
                  <a16:creationId xmlns:a16="http://schemas.microsoft.com/office/drawing/2014/main" id="{4690B3B1-7B7A-5C16-CE52-FA99A14E3CA4}"/>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5</a:t>
              </a:r>
            </a:p>
          </p:txBody>
        </p:sp>
      </p:grpSp>
      <p:grpSp>
        <p:nvGrpSpPr>
          <p:cNvPr id="14345" name="Group 28">
            <a:extLst>
              <a:ext uri="{FF2B5EF4-FFF2-40B4-BE49-F238E27FC236}">
                <a16:creationId xmlns:a16="http://schemas.microsoft.com/office/drawing/2014/main" id="{D2AFBC16-14A2-F856-1FA6-7E1866C19073}"/>
              </a:ext>
            </a:extLst>
          </p:cNvPr>
          <p:cNvGrpSpPr>
            <a:grpSpLocks/>
          </p:cNvGrpSpPr>
          <p:nvPr/>
        </p:nvGrpSpPr>
        <p:grpSpPr bwMode="auto">
          <a:xfrm>
            <a:off x="977900" y="5986463"/>
            <a:ext cx="508000" cy="542925"/>
            <a:chOff x="0" y="0"/>
            <a:chExt cx="508157" cy="543804"/>
          </a:xfrm>
        </p:grpSpPr>
        <p:sp>
          <p:nvSpPr>
            <p:cNvPr id="14354" name="Freeform 29">
              <a:extLst>
                <a:ext uri="{FF2B5EF4-FFF2-40B4-BE49-F238E27FC236}">
                  <a16:creationId xmlns:a16="http://schemas.microsoft.com/office/drawing/2014/main" id="{77987579-6236-F991-F4B5-82AC417064ED}"/>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4355" name="TextBox 30">
              <a:extLst>
                <a:ext uri="{FF2B5EF4-FFF2-40B4-BE49-F238E27FC236}">
                  <a16:creationId xmlns:a16="http://schemas.microsoft.com/office/drawing/2014/main" id="{EA23C428-5FDB-8711-D9EA-B88AD6A83822}"/>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7</a:t>
              </a:r>
            </a:p>
          </p:txBody>
        </p:sp>
      </p:grpSp>
      <p:grpSp>
        <p:nvGrpSpPr>
          <p:cNvPr id="14346" name="Group 31">
            <a:extLst>
              <a:ext uri="{FF2B5EF4-FFF2-40B4-BE49-F238E27FC236}">
                <a16:creationId xmlns:a16="http://schemas.microsoft.com/office/drawing/2014/main" id="{2FDBB078-88A3-2DFB-44C3-11018F3BB201}"/>
              </a:ext>
            </a:extLst>
          </p:cNvPr>
          <p:cNvGrpSpPr>
            <a:grpSpLocks/>
          </p:cNvGrpSpPr>
          <p:nvPr/>
        </p:nvGrpSpPr>
        <p:grpSpPr bwMode="auto">
          <a:xfrm>
            <a:off x="977900" y="7761288"/>
            <a:ext cx="508000" cy="542925"/>
            <a:chOff x="0" y="0"/>
            <a:chExt cx="508157" cy="543804"/>
          </a:xfrm>
        </p:grpSpPr>
        <p:sp>
          <p:nvSpPr>
            <p:cNvPr id="14352" name="Freeform 32">
              <a:extLst>
                <a:ext uri="{FF2B5EF4-FFF2-40B4-BE49-F238E27FC236}">
                  <a16:creationId xmlns:a16="http://schemas.microsoft.com/office/drawing/2014/main" id="{28749595-96C5-10F1-5A3C-6B97CAB16118}"/>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4353" name="TextBox 33">
              <a:extLst>
                <a:ext uri="{FF2B5EF4-FFF2-40B4-BE49-F238E27FC236}">
                  <a16:creationId xmlns:a16="http://schemas.microsoft.com/office/drawing/2014/main" id="{AAE9DB41-6963-28EB-D1EB-6B954648A5CC}"/>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9</a:t>
              </a:r>
            </a:p>
          </p:txBody>
        </p:sp>
      </p:grpSp>
      <p:sp>
        <p:nvSpPr>
          <p:cNvPr id="14347" name="Freeform 34">
            <a:extLst>
              <a:ext uri="{FF2B5EF4-FFF2-40B4-BE49-F238E27FC236}">
                <a16:creationId xmlns:a16="http://schemas.microsoft.com/office/drawing/2014/main" id="{9F2A576B-9976-B658-2E61-0F656DE1290A}"/>
              </a:ext>
            </a:extLst>
          </p:cNvPr>
          <p:cNvSpPr>
            <a:spLocks noChangeArrowheads="1"/>
          </p:cNvSpPr>
          <p:nvPr/>
        </p:nvSpPr>
        <p:spPr bwMode="auto">
          <a:xfrm>
            <a:off x="16313150" y="1028700"/>
            <a:ext cx="946150" cy="236538"/>
          </a:xfrm>
          <a:prstGeom prst="rect">
            <a:avLst/>
          </a:prstGeom>
          <a:blipFill dpi="0" rotWithShape="1">
            <a:blip r:embed="rId2"/>
            <a:srcRect/>
            <a:stretch>
              <a:fillRect/>
            </a:stretch>
          </a:blip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4348" name="Freeform 36">
            <a:extLst>
              <a:ext uri="{FF2B5EF4-FFF2-40B4-BE49-F238E27FC236}">
                <a16:creationId xmlns:a16="http://schemas.microsoft.com/office/drawing/2014/main" id="{83B609DF-5160-3623-A791-6809FBD8D850}"/>
              </a:ext>
            </a:extLst>
          </p:cNvPr>
          <p:cNvSpPr>
            <a:spLocks noChangeArrowheads="1"/>
          </p:cNvSpPr>
          <p:nvPr/>
        </p:nvSpPr>
        <p:spPr bwMode="auto">
          <a:xfrm>
            <a:off x="17170400" y="-177800"/>
            <a:ext cx="10995025" cy="10993438"/>
          </a:xfrm>
          <a:prstGeom prst="ellipse">
            <a:avLst/>
          </a:prstGeom>
          <a:noFill/>
          <a:ln w="514350" cap="sq">
            <a:solidFill>
              <a:srgbClr val="FD6220">
                <a:alpha val="11765"/>
              </a:srgbClr>
            </a:solidFill>
            <a:miter lim="800000"/>
            <a:headEnd/>
            <a:tailEnd/>
          </a:ln>
          <a:extLst>
            <a:ext uri="{909E8E84-426E-40DD-AFC4-6F175D3DCCD1}">
              <a14:hiddenFill xmlns:a14="http://schemas.microsoft.com/office/drawing/2010/main">
                <a:solidFill>
                  <a:srgbClr val="FFFFFF"/>
                </a:solidFill>
              </a14:hiddenFill>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4349" name="TextBox 42">
            <a:extLst>
              <a:ext uri="{FF2B5EF4-FFF2-40B4-BE49-F238E27FC236}">
                <a16:creationId xmlns:a16="http://schemas.microsoft.com/office/drawing/2014/main" id="{1E4A64DF-D3BB-65B7-0B75-3E8BC5D6DF96}"/>
              </a:ext>
            </a:extLst>
          </p:cNvPr>
          <p:cNvSpPr txBox="1">
            <a:spLocks noChangeArrowheads="1"/>
          </p:cNvSpPr>
          <p:nvPr/>
        </p:nvSpPr>
        <p:spPr bwMode="auto">
          <a:xfrm>
            <a:off x="198438" y="342900"/>
            <a:ext cx="17814925" cy="76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r>
              <a:rPr lang="en-US" altLang="en-US" sz="4800" b="1">
                <a:solidFill>
                  <a:srgbClr val="0033CC"/>
                </a:solidFill>
                <a:latin typeface="Times New Roman" panose="02020603050405020304" pitchFamily="18" charset="0"/>
                <a:cs typeface="Times New Roman" panose="02020603050405020304" pitchFamily="18" charset="0"/>
                <a:sym typeface="Times New Roman" panose="02020603050405020304" pitchFamily="18" charset="0"/>
              </a:rPr>
              <a:t>IMPLEMENTATION SCREENSHOTS</a:t>
            </a:r>
          </a:p>
        </p:txBody>
      </p:sp>
      <p:sp>
        <p:nvSpPr>
          <p:cNvPr id="14350" name="TextBox 43">
            <a:extLst>
              <a:ext uri="{FF2B5EF4-FFF2-40B4-BE49-F238E27FC236}">
                <a16:creationId xmlns:a16="http://schemas.microsoft.com/office/drawing/2014/main" id="{DDC9B949-5686-593E-5D69-6DADA7AA7E3E}"/>
              </a:ext>
            </a:extLst>
          </p:cNvPr>
          <p:cNvSpPr txBox="1">
            <a:spLocks noChangeArrowheads="1"/>
          </p:cNvSpPr>
          <p:nvPr/>
        </p:nvSpPr>
        <p:spPr bwMode="auto">
          <a:xfrm>
            <a:off x="2255838" y="1638300"/>
            <a:ext cx="14990762" cy="797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r>
              <a:rPr lang="en-US" altLang="en-US" sz="4000" b="1">
                <a:latin typeface="Carlito"/>
                <a:ea typeface="Carlito"/>
                <a:cs typeface="Carlito"/>
                <a:sym typeface="Carlito"/>
              </a:rPr>
              <a:t> ADMIN PAGE :</a:t>
            </a:r>
            <a:br>
              <a:rPr lang="en-US" altLang="en-US" sz="2800" b="1">
                <a:latin typeface="Carlito"/>
                <a:ea typeface="Carlito"/>
                <a:cs typeface="Carlito"/>
                <a:sym typeface="Carlito"/>
              </a:rPr>
            </a:br>
            <a:br>
              <a:rPr lang="en-US" altLang="en-US" sz="2800" b="1">
                <a:latin typeface="Carlito"/>
                <a:ea typeface="Carlito"/>
                <a:cs typeface="Carlito"/>
                <a:sym typeface="Carlito"/>
              </a:rPr>
            </a:br>
            <a:br>
              <a:rPr lang="en-US" altLang="en-US" sz="2800" b="1">
                <a:latin typeface="Carlito"/>
                <a:ea typeface="Carlito"/>
                <a:cs typeface="Carlito"/>
                <a:sym typeface="Carlito"/>
              </a:rPr>
            </a:br>
            <a:br>
              <a:rPr lang="en-US" altLang="en-US" sz="2800" b="1">
                <a:latin typeface="Carlito"/>
                <a:ea typeface="Carlito"/>
                <a:cs typeface="Carlito"/>
                <a:sym typeface="Carlito"/>
              </a:rPr>
            </a:br>
            <a:br>
              <a:rPr lang="en-US" altLang="en-US" sz="2800" b="1">
                <a:latin typeface="Carlito"/>
                <a:ea typeface="Carlito"/>
                <a:cs typeface="Carlito"/>
                <a:sym typeface="Carlito"/>
              </a:rPr>
            </a:br>
            <a:br>
              <a:rPr lang="en-US" altLang="en-US" sz="2800" b="1">
                <a:latin typeface="Carlito"/>
                <a:ea typeface="Carlito"/>
                <a:cs typeface="Carlito"/>
                <a:sym typeface="Carlito"/>
              </a:rPr>
            </a:br>
            <a:br>
              <a:rPr lang="en-US" altLang="en-US" sz="2800" b="1">
                <a:latin typeface="Carlito"/>
                <a:ea typeface="Carlito"/>
                <a:cs typeface="Carlito"/>
                <a:sym typeface="Carlito"/>
              </a:rPr>
            </a:br>
            <a:br>
              <a:rPr lang="en-US" altLang="en-US" sz="2800" b="1">
                <a:latin typeface="Carlito"/>
                <a:ea typeface="Carlito"/>
                <a:cs typeface="Carlito"/>
                <a:sym typeface="Carlito"/>
              </a:rPr>
            </a:br>
            <a:br>
              <a:rPr lang="en-US" altLang="en-US" sz="2800" b="1">
                <a:latin typeface="Carlito"/>
                <a:ea typeface="Carlito"/>
                <a:cs typeface="Carlito"/>
                <a:sym typeface="Carlito"/>
              </a:rPr>
            </a:br>
            <a:br>
              <a:rPr lang="en-US" altLang="en-US" sz="2800" b="1">
                <a:latin typeface="Carlito"/>
                <a:ea typeface="Carlito"/>
                <a:cs typeface="Carlito"/>
                <a:sym typeface="Carlito"/>
              </a:rPr>
            </a:br>
            <a:br>
              <a:rPr lang="en-US" altLang="en-US" sz="2800" b="1">
                <a:latin typeface="Carlito"/>
                <a:ea typeface="Carlito"/>
                <a:cs typeface="Carlito"/>
                <a:sym typeface="Carlito"/>
              </a:rPr>
            </a:br>
            <a:br>
              <a:rPr lang="en-US" altLang="en-US" sz="2800" b="1">
                <a:latin typeface="Carlito"/>
                <a:ea typeface="Carlito"/>
                <a:cs typeface="Carlito"/>
                <a:sym typeface="Carlito"/>
              </a:rPr>
            </a:br>
            <a:br>
              <a:rPr lang="en-US" altLang="en-US" sz="2800" b="1">
                <a:latin typeface="Carlito"/>
                <a:ea typeface="Carlito"/>
                <a:cs typeface="Carlito"/>
                <a:sym typeface="Carlito"/>
              </a:rPr>
            </a:br>
            <a:br>
              <a:rPr lang="en-US" altLang="en-US" sz="2800" b="1">
                <a:latin typeface="Carlito"/>
                <a:ea typeface="Carlito"/>
                <a:cs typeface="Carlito"/>
                <a:sym typeface="Carlito"/>
              </a:rPr>
            </a:br>
            <a:br>
              <a:rPr lang="en-US" altLang="en-US" sz="2800" b="1">
                <a:latin typeface="Carlito"/>
                <a:ea typeface="Carlito"/>
                <a:cs typeface="Carlito"/>
                <a:sym typeface="Carlito"/>
              </a:rPr>
            </a:br>
            <a:br>
              <a:rPr lang="en-US" altLang="en-US" sz="2800" b="1">
                <a:latin typeface="Carlito"/>
                <a:ea typeface="Carlito"/>
                <a:cs typeface="Carlito"/>
                <a:sym typeface="Carlito"/>
              </a:rPr>
            </a:br>
            <a:br>
              <a:rPr lang="en-US" altLang="en-US" sz="2800" b="1">
                <a:latin typeface="Carlito"/>
                <a:ea typeface="Carlito"/>
                <a:cs typeface="Carlito"/>
                <a:sym typeface="Carlito"/>
              </a:rPr>
            </a:br>
            <a:endParaRPr lang="en-US" altLang="en-US" sz="2800" b="1">
              <a:latin typeface="Carlito"/>
              <a:ea typeface="Carlito"/>
              <a:cs typeface="Carlito"/>
              <a:sym typeface="Carlito"/>
            </a:endParaRPr>
          </a:p>
        </p:txBody>
      </p:sp>
      <p:pic>
        <p:nvPicPr>
          <p:cNvPr id="4" name="Picture 3">
            <a:extLst>
              <a:ext uri="{FF2B5EF4-FFF2-40B4-BE49-F238E27FC236}">
                <a16:creationId xmlns:a16="http://schemas.microsoft.com/office/drawing/2014/main" id="{6D57A921-9D1D-5F95-8707-26A4D3674841}"/>
              </a:ext>
            </a:extLst>
          </p:cNvPr>
          <p:cNvPicPr>
            <a:picLocks noChangeAspect="1"/>
          </p:cNvPicPr>
          <p:nvPr/>
        </p:nvPicPr>
        <p:blipFill>
          <a:blip r:embed="rId3"/>
          <a:stretch>
            <a:fillRect/>
          </a:stretch>
        </p:blipFill>
        <p:spPr>
          <a:xfrm>
            <a:off x="2863121" y="2230873"/>
            <a:ext cx="15143891" cy="7022664"/>
          </a:xfrm>
          <a:prstGeom prst="rect">
            <a:avLst/>
          </a:prstGeom>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5362" name="Group 5">
            <a:extLst>
              <a:ext uri="{FF2B5EF4-FFF2-40B4-BE49-F238E27FC236}">
                <a16:creationId xmlns:a16="http://schemas.microsoft.com/office/drawing/2014/main" id="{91BBCFD8-7AC8-B432-0DDC-4D8A12EA3A13}"/>
              </a:ext>
            </a:extLst>
          </p:cNvPr>
          <p:cNvGrpSpPr>
            <a:grpSpLocks/>
          </p:cNvGrpSpPr>
          <p:nvPr/>
        </p:nvGrpSpPr>
        <p:grpSpPr bwMode="auto">
          <a:xfrm>
            <a:off x="735013" y="7321550"/>
            <a:ext cx="993775" cy="992188"/>
            <a:chOff x="0" y="0"/>
            <a:chExt cx="992462" cy="992462"/>
          </a:xfrm>
        </p:grpSpPr>
        <p:sp>
          <p:nvSpPr>
            <p:cNvPr id="15393" name="Freeform 6">
              <a:extLst>
                <a:ext uri="{FF2B5EF4-FFF2-40B4-BE49-F238E27FC236}">
                  <a16:creationId xmlns:a16="http://schemas.microsoft.com/office/drawing/2014/main" id="{7E2C030C-956E-6DC0-DC5A-2695E9897CD8}"/>
                </a:ext>
              </a:extLst>
            </p:cNvPr>
            <p:cNvSpPr>
              <a:spLocks noChangeArrowheads="1"/>
            </p:cNvSpPr>
            <p:nvPr/>
          </p:nvSpPr>
          <p:spPr bwMode="auto">
            <a:xfrm>
              <a:off x="0" y="0"/>
              <a:ext cx="992463" cy="992463"/>
            </a:xfrm>
            <a:prstGeom prst="ellipse">
              <a:avLst/>
            </a:prstGeom>
            <a:solidFill>
              <a:srgbClr val="FD6220"/>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5394" name="TextBox 7">
              <a:extLst>
                <a:ext uri="{FF2B5EF4-FFF2-40B4-BE49-F238E27FC236}">
                  <a16:creationId xmlns:a16="http://schemas.microsoft.com/office/drawing/2014/main" id="{26C814F1-E9B0-69FE-ED6B-5C510D8ADC0E}"/>
                </a:ext>
              </a:extLst>
            </p:cNvPr>
            <p:cNvSpPr txBox="1">
              <a:spLocks noChangeArrowheads="1"/>
            </p:cNvSpPr>
            <p:nvPr/>
          </p:nvSpPr>
          <p:spPr bwMode="auto">
            <a:xfrm>
              <a:off x="93043" y="184610"/>
              <a:ext cx="806377" cy="553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3700"/>
                </a:lnSpc>
              </a:pPr>
              <a:r>
                <a:rPr lang="en-US" altLang="en-US" sz="2600">
                  <a:solidFill>
                    <a:srgbClr val="FFFEFE"/>
                  </a:solidFill>
                  <a:latin typeface="Gotham"/>
                  <a:ea typeface="Gotham"/>
                  <a:cs typeface="Gotham"/>
                  <a:sym typeface="Gotham"/>
                </a:rPr>
                <a:t>9</a:t>
              </a:r>
            </a:p>
          </p:txBody>
        </p:sp>
      </p:grpSp>
      <p:grpSp>
        <p:nvGrpSpPr>
          <p:cNvPr id="15363" name="Group 8">
            <a:extLst>
              <a:ext uri="{FF2B5EF4-FFF2-40B4-BE49-F238E27FC236}">
                <a16:creationId xmlns:a16="http://schemas.microsoft.com/office/drawing/2014/main" id="{DE8C0E25-9E4F-D651-A0DE-8D6F60B5FF8A}"/>
              </a:ext>
            </a:extLst>
          </p:cNvPr>
          <p:cNvGrpSpPr>
            <a:grpSpLocks/>
          </p:cNvGrpSpPr>
          <p:nvPr/>
        </p:nvGrpSpPr>
        <p:grpSpPr bwMode="auto">
          <a:xfrm>
            <a:off x="977900" y="3316288"/>
            <a:ext cx="508000" cy="542925"/>
            <a:chOff x="0" y="0"/>
            <a:chExt cx="508157" cy="543804"/>
          </a:xfrm>
        </p:grpSpPr>
        <p:sp>
          <p:nvSpPr>
            <p:cNvPr id="15391" name="Freeform 9">
              <a:extLst>
                <a:ext uri="{FF2B5EF4-FFF2-40B4-BE49-F238E27FC236}">
                  <a16:creationId xmlns:a16="http://schemas.microsoft.com/office/drawing/2014/main" id="{9E0D6141-DCB9-3E8B-C14F-BF9B262E0F52}"/>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5392" name="TextBox 10">
              <a:extLst>
                <a:ext uri="{FF2B5EF4-FFF2-40B4-BE49-F238E27FC236}">
                  <a16:creationId xmlns:a16="http://schemas.microsoft.com/office/drawing/2014/main" id="{E6EEA4D9-3CC6-7276-F90F-7F45540EFF7D}"/>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3</a:t>
              </a:r>
            </a:p>
          </p:txBody>
        </p:sp>
      </p:grpSp>
      <p:grpSp>
        <p:nvGrpSpPr>
          <p:cNvPr id="15364" name="Group 11">
            <a:extLst>
              <a:ext uri="{FF2B5EF4-FFF2-40B4-BE49-F238E27FC236}">
                <a16:creationId xmlns:a16="http://schemas.microsoft.com/office/drawing/2014/main" id="{D65C6C99-6D70-FAAD-E54C-05A70F3ABAD7}"/>
              </a:ext>
            </a:extLst>
          </p:cNvPr>
          <p:cNvGrpSpPr>
            <a:grpSpLocks/>
          </p:cNvGrpSpPr>
          <p:nvPr/>
        </p:nvGrpSpPr>
        <p:grpSpPr bwMode="auto">
          <a:xfrm>
            <a:off x="977900" y="1982788"/>
            <a:ext cx="508000" cy="542925"/>
            <a:chOff x="0" y="0"/>
            <a:chExt cx="508157" cy="543804"/>
          </a:xfrm>
        </p:grpSpPr>
        <p:sp>
          <p:nvSpPr>
            <p:cNvPr id="15389" name="Freeform 12">
              <a:extLst>
                <a:ext uri="{FF2B5EF4-FFF2-40B4-BE49-F238E27FC236}">
                  <a16:creationId xmlns:a16="http://schemas.microsoft.com/office/drawing/2014/main" id="{064D7E79-4F3B-CF0B-D62A-28AF49F3EAFB}"/>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5390" name="TextBox 13">
              <a:extLst>
                <a:ext uri="{FF2B5EF4-FFF2-40B4-BE49-F238E27FC236}">
                  <a16:creationId xmlns:a16="http://schemas.microsoft.com/office/drawing/2014/main" id="{3DD5C3CF-81E4-1126-11C5-75329434CB3A}"/>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1</a:t>
              </a:r>
            </a:p>
          </p:txBody>
        </p:sp>
      </p:grpSp>
      <p:grpSp>
        <p:nvGrpSpPr>
          <p:cNvPr id="15365" name="Group 14">
            <a:extLst>
              <a:ext uri="{FF2B5EF4-FFF2-40B4-BE49-F238E27FC236}">
                <a16:creationId xmlns:a16="http://schemas.microsoft.com/office/drawing/2014/main" id="{C027711D-6545-44CC-06A3-C386634FE699}"/>
              </a:ext>
            </a:extLst>
          </p:cNvPr>
          <p:cNvGrpSpPr>
            <a:grpSpLocks/>
          </p:cNvGrpSpPr>
          <p:nvPr/>
        </p:nvGrpSpPr>
        <p:grpSpPr bwMode="auto">
          <a:xfrm>
            <a:off x="977900" y="3983038"/>
            <a:ext cx="508000" cy="544512"/>
            <a:chOff x="0" y="0"/>
            <a:chExt cx="508157" cy="543804"/>
          </a:xfrm>
        </p:grpSpPr>
        <p:sp>
          <p:nvSpPr>
            <p:cNvPr id="15387" name="Freeform 15">
              <a:extLst>
                <a:ext uri="{FF2B5EF4-FFF2-40B4-BE49-F238E27FC236}">
                  <a16:creationId xmlns:a16="http://schemas.microsoft.com/office/drawing/2014/main" id="{499CD4BA-9137-5593-CA80-5B9B8FB30C3D}"/>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5388" name="TextBox 16">
              <a:extLst>
                <a:ext uri="{FF2B5EF4-FFF2-40B4-BE49-F238E27FC236}">
                  <a16:creationId xmlns:a16="http://schemas.microsoft.com/office/drawing/2014/main" id="{4A52C6C0-C3B9-3D77-1D8A-0D15040DBCF1}"/>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4</a:t>
              </a:r>
            </a:p>
          </p:txBody>
        </p:sp>
      </p:grpSp>
      <p:grpSp>
        <p:nvGrpSpPr>
          <p:cNvPr id="15366" name="Group 17">
            <a:extLst>
              <a:ext uri="{FF2B5EF4-FFF2-40B4-BE49-F238E27FC236}">
                <a16:creationId xmlns:a16="http://schemas.microsoft.com/office/drawing/2014/main" id="{74A418C0-BB32-3CCE-46E7-CAC39EC71CC3}"/>
              </a:ext>
            </a:extLst>
          </p:cNvPr>
          <p:cNvGrpSpPr>
            <a:grpSpLocks/>
          </p:cNvGrpSpPr>
          <p:nvPr/>
        </p:nvGrpSpPr>
        <p:grpSpPr bwMode="auto">
          <a:xfrm>
            <a:off x="977900" y="2647950"/>
            <a:ext cx="508000" cy="544513"/>
            <a:chOff x="0" y="0"/>
            <a:chExt cx="508157" cy="543804"/>
          </a:xfrm>
        </p:grpSpPr>
        <p:sp>
          <p:nvSpPr>
            <p:cNvPr id="15385" name="Freeform 18">
              <a:extLst>
                <a:ext uri="{FF2B5EF4-FFF2-40B4-BE49-F238E27FC236}">
                  <a16:creationId xmlns:a16="http://schemas.microsoft.com/office/drawing/2014/main" id="{09FFD9E6-1377-3FAC-5B76-FFBCD8AB6E2D}"/>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5386" name="TextBox 19">
              <a:extLst>
                <a:ext uri="{FF2B5EF4-FFF2-40B4-BE49-F238E27FC236}">
                  <a16:creationId xmlns:a16="http://schemas.microsoft.com/office/drawing/2014/main" id="{A52C6C9F-C6D1-00E1-E7A4-86FBF922433D}"/>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2</a:t>
              </a:r>
            </a:p>
          </p:txBody>
        </p:sp>
      </p:grpSp>
      <p:grpSp>
        <p:nvGrpSpPr>
          <p:cNvPr id="15367" name="Group 20">
            <a:extLst>
              <a:ext uri="{FF2B5EF4-FFF2-40B4-BE49-F238E27FC236}">
                <a16:creationId xmlns:a16="http://schemas.microsoft.com/office/drawing/2014/main" id="{CA0AD687-395C-0FE6-3247-B167217E3505}"/>
              </a:ext>
            </a:extLst>
          </p:cNvPr>
          <p:cNvGrpSpPr>
            <a:grpSpLocks/>
          </p:cNvGrpSpPr>
          <p:nvPr/>
        </p:nvGrpSpPr>
        <p:grpSpPr bwMode="auto">
          <a:xfrm>
            <a:off x="977900" y="5318125"/>
            <a:ext cx="508000" cy="544513"/>
            <a:chOff x="0" y="0"/>
            <a:chExt cx="508157" cy="543804"/>
          </a:xfrm>
        </p:grpSpPr>
        <p:sp>
          <p:nvSpPr>
            <p:cNvPr id="15383" name="Freeform 21">
              <a:extLst>
                <a:ext uri="{FF2B5EF4-FFF2-40B4-BE49-F238E27FC236}">
                  <a16:creationId xmlns:a16="http://schemas.microsoft.com/office/drawing/2014/main" id="{76F9DC37-D1E9-A2A2-27D9-5052302C3BF7}"/>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5384" name="TextBox 22">
              <a:extLst>
                <a:ext uri="{FF2B5EF4-FFF2-40B4-BE49-F238E27FC236}">
                  <a16:creationId xmlns:a16="http://schemas.microsoft.com/office/drawing/2014/main" id="{273DA666-35C2-3BE2-BB81-DBE7AD904C06}"/>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6</a:t>
              </a:r>
            </a:p>
          </p:txBody>
        </p:sp>
      </p:grpSp>
      <p:grpSp>
        <p:nvGrpSpPr>
          <p:cNvPr id="15368" name="Group 23">
            <a:extLst>
              <a:ext uri="{FF2B5EF4-FFF2-40B4-BE49-F238E27FC236}">
                <a16:creationId xmlns:a16="http://schemas.microsoft.com/office/drawing/2014/main" id="{99983DCA-F082-3C08-DDC9-F1C69559AB1F}"/>
              </a:ext>
            </a:extLst>
          </p:cNvPr>
          <p:cNvGrpSpPr>
            <a:grpSpLocks/>
          </p:cNvGrpSpPr>
          <p:nvPr/>
        </p:nvGrpSpPr>
        <p:grpSpPr bwMode="auto">
          <a:xfrm>
            <a:off x="977900" y="4651375"/>
            <a:ext cx="508000" cy="542925"/>
            <a:chOff x="0" y="0"/>
            <a:chExt cx="508157" cy="543804"/>
          </a:xfrm>
        </p:grpSpPr>
        <p:sp>
          <p:nvSpPr>
            <p:cNvPr id="15381" name="Freeform 24">
              <a:extLst>
                <a:ext uri="{FF2B5EF4-FFF2-40B4-BE49-F238E27FC236}">
                  <a16:creationId xmlns:a16="http://schemas.microsoft.com/office/drawing/2014/main" id="{24A78244-0F15-0909-ED6A-CD826E403DB1}"/>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5382" name="TextBox 25">
              <a:extLst>
                <a:ext uri="{FF2B5EF4-FFF2-40B4-BE49-F238E27FC236}">
                  <a16:creationId xmlns:a16="http://schemas.microsoft.com/office/drawing/2014/main" id="{FB6FC651-5E7E-80F9-5169-EFB6D4135E42}"/>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5</a:t>
              </a:r>
            </a:p>
          </p:txBody>
        </p:sp>
      </p:grpSp>
      <p:grpSp>
        <p:nvGrpSpPr>
          <p:cNvPr id="15369" name="Group 26">
            <a:extLst>
              <a:ext uri="{FF2B5EF4-FFF2-40B4-BE49-F238E27FC236}">
                <a16:creationId xmlns:a16="http://schemas.microsoft.com/office/drawing/2014/main" id="{04385386-C2F0-1987-1C34-2E3A90610296}"/>
              </a:ext>
            </a:extLst>
          </p:cNvPr>
          <p:cNvGrpSpPr>
            <a:grpSpLocks/>
          </p:cNvGrpSpPr>
          <p:nvPr/>
        </p:nvGrpSpPr>
        <p:grpSpPr bwMode="auto">
          <a:xfrm>
            <a:off x="977900" y="5986463"/>
            <a:ext cx="508000" cy="542925"/>
            <a:chOff x="0" y="0"/>
            <a:chExt cx="508157" cy="543804"/>
          </a:xfrm>
        </p:grpSpPr>
        <p:sp>
          <p:nvSpPr>
            <p:cNvPr id="15379" name="Freeform 27">
              <a:extLst>
                <a:ext uri="{FF2B5EF4-FFF2-40B4-BE49-F238E27FC236}">
                  <a16:creationId xmlns:a16="http://schemas.microsoft.com/office/drawing/2014/main" id="{27365103-B269-1E0A-3F34-6A0C62726084}"/>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5380" name="TextBox 28">
              <a:extLst>
                <a:ext uri="{FF2B5EF4-FFF2-40B4-BE49-F238E27FC236}">
                  <a16:creationId xmlns:a16="http://schemas.microsoft.com/office/drawing/2014/main" id="{D3549F67-965C-32A8-2772-39C3EB7DFAC4}"/>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7</a:t>
              </a:r>
            </a:p>
          </p:txBody>
        </p:sp>
      </p:grpSp>
      <p:grpSp>
        <p:nvGrpSpPr>
          <p:cNvPr id="15370" name="Group 29">
            <a:extLst>
              <a:ext uri="{FF2B5EF4-FFF2-40B4-BE49-F238E27FC236}">
                <a16:creationId xmlns:a16="http://schemas.microsoft.com/office/drawing/2014/main" id="{4F4E9784-15B2-D884-A41F-37FD045C4424}"/>
              </a:ext>
            </a:extLst>
          </p:cNvPr>
          <p:cNvGrpSpPr>
            <a:grpSpLocks/>
          </p:cNvGrpSpPr>
          <p:nvPr/>
        </p:nvGrpSpPr>
        <p:grpSpPr bwMode="auto">
          <a:xfrm>
            <a:off x="977900" y="6653213"/>
            <a:ext cx="508000" cy="544512"/>
            <a:chOff x="0" y="0"/>
            <a:chExt cx="508157" cy="543804"/>
          </a:xfrm>
        </p:grpSpPr>
        <p:sp>
          <p:nvSpPr>
            <p:cNvPr id="15377" name="Freeform 30">
              <a:extLst>
                <a:ext uri="{FF2B5EF4-FFF2-40B4-BE49-F238E27FC236}">
                  <a16:creationId xmlns:a16="http://schemas.microsoft.com/office/drawing/2014/main" id="{44B232E5-06B7-CF3A-0CA9-6A9794E4E887}"/>
                </a:ext>
              </a:extLst>
            </p:cNvPr>
            <p:cNvSpPr>
              <a:spLocks noChangeArrowheads="1"/>
            </p:cNvSpPr>
            <p:nvPr/>
          </p:nvSpPr>
          <p:spPr bwMode="auto">
            <a:xfrm>
              <a:off x="0" y="0"/>
              <a:ext cx="508158" cy="543805"/>
            </a:xfrm>
            <a:prstGeom prst="ellipse">
              <a:avLst/>
            </a:prstGeom>
            <a:solidFill>
              <a:srgbClr val="FFFEFE"/>
            </a:solidFill>
            <a:ln w="9525" cap="sq">
              <a:solidFill>
                <a:srgbClr val="FD6220"/>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5378" name="TextBox 31">
              <a:extLst>
                <a:ext uri="{FF2B5EF4-FFF2-40B4-BE49-F238E27FC236}">
                  <a16:creationId xmlns:a16="http://schemas.microsoft.com/office/drawing/2014/main" id="{860E47AA-A55C-E6C9-D177-8B976E063C15}"/>
                </a:ext>
              </a:extLst>
            </p:cNvPr>
            <p:cNvSpPr txBox="1">
              <a:spLocks noChangeArrowheads="1"/>
            </p:cNvSpPr>
            <p:nvPr/>
          </p:nvSpPr>
          <p:spPr bwMode="auto">
            <a:xfrm>
              <a:off x="47639" y="70503"/>
              <a:ext cx="412879" cy="384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50800" tIns="50800" rIns="50800" bIns="50800" anchor="ctr">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2300"/>
                </a:lnSpc>
              </a:pPr>
              <a:r>
                <a:rPr lang="en-US" altLang="en-US" sz="1700">
                  <a:solidFill>
                    <a:srgbClr val="191919"/>
                  </a:solidFill>
                  <a:latin typeface="Gotham"/>
                  <a:ea typeface="Gotham"/>
                  <a:cs typeface="Gotham"/>
                  <a:sym typeface="Gotham"/>
                </a:rPr>
                <a:t>8</a:t>
              </a:r>
            </a:p>
          </p:txBody>
        </p:sp>
      </p:grpSp>
      <p:sp>
        <p:nvSpPr>
          <p:cNvPr id="15371" name="Freeform 32">
            <a:extLst>
              <a:ext uri="{FF2B5EF4-FFF2-40B4-BE49-F238E27FC236}">
                <a16:creationId xmlns:a16="http://schemas.microsoft.com/office/drawing/2014/main" id="{CBA9296F-E754-AD98-0656-12AA1C5F2940}"/>
              </a:ext>
            </a:extLst>
          </p:cNvPr>
          <p:cNvSpPr>
            <a:spLocks noChangeArrowheads="1"/>
          </p:cNvSpPr>
          <p:nvPr/>
        </p:nvSpPr>
        <p:spPr bwMode="auto">
          <a:xfrm>
            <a:off x="16313150" y="1028700"/>
            <a:ext cx="946150" cy="236538"/>
          </a:xfrm>
          <a:prstGeom prst="rect">
            <a:avLst/>
          </a:prstGeom>
          <a:blipFill dpi="0" rotWithShape="1">
            <a:blip r:embed="rId2"/>
            <a:srcRect/>
            <a:stretch>
              <a:fillRect/>
            </a:stretch>
          </a:blip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5372" name="Freeform 45">
            <a:extLst>
              <a:ext uri="{FF2B5EF4-FFF2-40B4-BE49-F238E27FC236}">
                <a16:creationId xmlns:a16="http://schemas.microsoft.com/office/drawing/2014/main" id="{01DB1E89-2E5A-0C88-1B84-CA1CA150CDCE}"/>
              </a:ext>
            </a:extLst>
          </p:cNvPr>
          <p:cNvSpPr>
            <a:spLocks noChangeArrowheads="1"/>
          </p:cNvSpPr>
          <p:nvPr/>
        </p:nvSpPr>
        <p:spPr bwMode="auto">
          <a:xfrm>
            <a:off x="16786225" y="-354013"/>
            <a:ext cx="10995025" cy="10995026"/>
          </a:xfrm>
          <a:prstGeom prst="ellipse">
            <a:avLst/>
          </a:prstGeom>
          <a:noFill/>
          <a:ln w="619125" cap="sq">
            <a:solidFill>
              <a:srgbClr val="FD6220">
                <a:alpha val="11765"/>
              </a:srgbClr>
            </a:solidFill>
            <a:miter lim="800000"/>
            <a:headEnd/>
            <a:tailEnd/>
          </a:ln>
          <a:extLst>
            <a:ext uri="{909E8E84-426E-40DD-AFC4-6F175D3DCCD1}">
              <a14:hiddenFill xmlns:a14="http://schemas.microsoft.com/office/drawing/2010/main">
                <a:solidFill>
                  <a:srgbClr val="FFFFFF"/>
                </a:solidFill>
              </a14:hiddenFill>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5373" name="TextBox 1">
            <a:extLst>
              <a:ext uri="{FF2B5EF4-FFF2-40B4-BE49-F238E27FC236}">
                <a16:creationId xmlns:a16="http://schemas.microsoft.com/office/drawing/2014/main" id="{109B335F-C835-7237-4E29-C48F14F0FB9C}"/>
              </a:ext>
            </a:extLst>
          </p:cNvPr>
          <p:cNvSpPr txBox="1">
            <a:spLocks noChangeArrowheads="1"/>
          </p:cNvSpPr>
          <p:nvPr/>
        </p:nvSpPr>
        <p:spPr bwMode="auto">
          <a:xfrm>
            <a:off x="236538" y="290513"/>
            <a:ext cx="17814925" cy="76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r>
              <a:rPr lang="en-US" altLang="en-US" sz="4800" b="1">
                <a:solidFill>
                  <a:srgbClr val="0033CC"/>
                </a:solidFill>
                <a:latin typeface="Times New Roman" panose="02020603050405020304" pitchFamily="18" charset="0"/>
                <a:cs typeface="Times New Roman" panose="02020603050405020304" pitchFamily="18" charset="0"/>
                <a:sym typeface="Times New Roman" panose="02020603050405020304" pitchFamily="18" charset="0"/>
              </a:rPr>
              <a:t>ADVANTAGES &amp; LIMITATIONS</a:t>
            </a:r>
          </a:p>
        </p:txBody>
      </p:sp>
      <p:sp>
        <p:nvSpPr>
          <p:cNvPr id="15374" name="TextBox 2">
            <a:extLst>
              <a:ext uri="{FF2B5EF4-FFF2-40B4-BE49-F238E27FC236}">
                <a16:creationId xmlns:a16="http://schemas.microsoft.com/office/drawing/2014/main" id="{806973A3-0AF6-DA73-EC58-A63653CE1185}"/>
              </a:ext>
            </a:extLst>
          </p:cNvPr>
          <p:cNvSpPr txBox="1">
            <a:spLocks noChangeArrowheads="1"/>
          </p:cNvSpPr>
          <p:nvPr/>
        </p:nvSpPr>
        <p:spPr bwMode="auto">
          <a:xfrm>
            <a:off x="2122488" y="2012950"/>
            <a:ext cx="7162800" cy="605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r>
              <a:rPr lang="en-US" altLang="en-US" sz="3200" b="1">
                <a:latin typeface="Times New Roman" panose="02020603050405020304" pitchFamily="18" charset="0"/>
                <a:cs typeface="Times New Roman" panose="02020603050405020304" pitchFamily="18" charset="0"/>
              </a:rPr>
              <a:t>Advantages</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Easy and </a:t>
            </a:r>
            <a:r>
              <a:rPr lang="en-US" altLang="en-US" sz="3200" b="1">
                <a:latin typeface="Times New Roman" panose="02020603050405020304" pitchFamily="18" charset="0"/>
                <a:cs typeface="Times New Roman" panose="02020603050405020304" pitchFamily="18" charset="0"/>
              </a:rPr>
              <a:t>quick online ticket booking</a:t>
            </a:r>
            <a:r>
              <a:rPr lang="en-US" altLang="en-US" sz="320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Provides </a:t>
            </a:r>
            <a:r>
              <a:rPr lang="en-US" altLang="en-US" sz="3200" b="1">
                <a:latin typeface="Times New Roman" panose="02020603050405020304" pitchFamily="18" charset="0"/>
                <a:cs typeface="Times New Roman" panose="02020603050405020304" pitchFamily="18" charset="0"/>
              </a:rPr>
              <a:t>real-time ticket availability</a:t>
            </a:r>
            <a:r>
              <a:rPr lang="en-US" altLang="en-US" sz="320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Prevents </a:t>
            </a:r>
            <a:r>
              <a:rPr lang="en-US" altLang="en-US" sz="3200" b="1">
                <a:latin typeface="Times New Roman" panose="02020603050405020304" pitchFamily="18" charset="0"/>
                <a:cs typeface="Times New Roman" panose="02020603050405020304" pitchFamily="18" charset="0"/>
              </a:rPr>
              <a:t>overbooking errors</a:t>
            </a:r>
            <a:r>
              <a:rPr lang="en-US" altLang="en-US" sz="320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Ensures </a:t>
            </a:r>
            <a:r>
              <a:rPr lang="en-US" altLang="en-US" sz="3200" b="1">
                <a:latin typeface="Times New Roman" panose="02020603050405020304" pitchFamily="18" charset="0"/>
                <a:cs typeface="Times New Roman" panose="02020603050405020304" pitchFamily="18" charset="0"/>
              </a:rPr>
              <a:t>accurate data through validation</a:t>
            </a:r>
            <a:r>
              <a:rPr lang="en-US" altLang="en-US" sz="320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User-friendly and simple interface </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Reduces </a:t>
            </a:r>
            <a:r>
              <a:rPr lang="en-US" altLang="en-US" sz="3200" b="1">
                <a:latin typeface="Times New Roman" panose="02020603050405020304" pitchFamily="18" charset="0"/>
                <a:cs typeface="Times New Roman" panose="02020603050405020304" pitchFamily="18" charset="0"/>
              </a:rPr>
              <a:t>manual work and paperwork</a:t>
            </a:r>
            <a:r>
              <a:rPr lang="en-US" altLang="en-US" sz="320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Instant </a:t>
            </a:r>
            <a:r>
              <a:rPr lang="en-US" altLang="en-US" sz="3200" b="1">
                <a:latin typeface="Times New Roman" panose="02020603050405020304" pitchFamily="18" charset="0"/>
                <a:cs typeface="Times New Roman" panose="02020603050405020304" pitchFamily="18" charset="0"/>
              </a:rPr>
              <a:t>booking confirmation</a:t>
            </a:r>
            <a:r>
              <a:rPr lang="en-US" altLang="en-US" sz="320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Can be accessed from </a:t>
            </a:r>
            <a:r>
              <a:rPr lang="en-US" altLang="en-US" sz="3200" b="1">
                <a:latin typeface="Times New Roman" panose="02020603050405020304" pitchFamily="18" charset="0"/>
                <a:cs typeface="Times New Roman" panose="02020603050405020304" pitchFamily="18" charset="0"/>
              </a:rPr>
              <a:t>any device with a browser</a:t>
            </a:r>
            <a:endParaRPr lang="en-US" altLang="en-US" sz="3200">
              <a:latin typeface="Times New Roman" panose="02020603050405020304" pitchFamily="18" charset="0"/>
              <a:cs typeface="Times New Roman" panose="02020603050405020304" pitchFamily="18" charset="0"/>
            </a:endParaRPr>
          </a:p>
          <a:p>
            <a:pPr eaLnBrk="1">
              <a:lnSpc>
                <a:spcPct val="122000"/>
              </a:lnSpc>
            </a:pPr>
            <a:endParaRPr lang="en-US" altLang="en-US" sz="3200" b="1">
              <a:latin typeface="Times New Roman" panose="02020603050405020304" pitchFamily="18" charset="0"/>
              <a:cs typeface="Times New Roman" panose="02020603050405020304" pitchFamily="18" charset="0"/>
              <a:sym typeface="Helvetica" panose="020B0604020202020204" pitchFamily="34" charset="0"/>
            </a:endParaRPr>
          </a:p>
        </p:txBody>
      </p:sp>
      <p:sp>
        <p:nvSpPr>
          <p:cNvPr id="553" name="TextBox 3">
            <a:extLst>
              <a:ext uri="{FF2B5EF4-FFF2-40B4-BE49-F238E27FC236}">
                <a16:creationId xmlns:a16="http://schemas.microsoft.com/office/drawing/2014/main" id="{27DD2A3F-4530-2008-7C9B-A769C7C6E622}"/>
              </a:ext>
            </a:extLst>
          </p:cNvPr>
          <p:cNvSpPr txBox="1"/>
          <p:nvPr/>
        </p:nvSpPr>
        <p:spPr>
          <a:xfrm>
            <a:off x="2079625" y="5791200"/>
            <a:ext cx="14746288" cy="449263"/>
          </a:xfrm>
          <a:prstGeom prst="rect">
            <a:avLst/>
          </a:prstGeom>
          <a:ln w="12700">
            <a:miter lim="400000"/>
          </a:ln>
        </p:spPr>
        <p:txBody>
          <a:bodyPr lIns="45719" rIns="45719">
            <a:spAutoFit/>
          </a:bodyPr>
          <a:lstStyle/>
          <a:p>
            <a:pPr defTabSz="12700" eaLnBrk="1" fontAlgn="auto">
              <a:lnSpc>
                <a:spcPct val="121666"/>
              </a:lnSpc>
              <a:spcBef>
                <a:spcPts val="0"/>
              </a:spcBef>
              <a:spcAft>
                <a:spcPts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b="1">
                <a:latin typeface="+mn-lt"/>
                <a:ea typeface="+mn-ea"/>
                <a:cs typeface="+mn-cs"/>
                <a:sym typeface="Helvetica"/>
              </a:defRPr>
            </a:pPr>
            <a:endParaRPr sz="2100" b="1" kern="0" dirty="0">
              <a:latin typeface="+mn-lt"/>
              <a:cs typeface="+mn-cs"/>
              <a:sym typeface="Helvetica"/>
            </a:endParaRPr>
          </a:p>
        </p:txBody>
      </p:sp>
      <p:sp>
        <p:nvSpPr>
          <p:cNvPr id="4" name="TextBox 3">
            <a:extLst>
              <a:ext uri="{FF2B5EF4-FFF2-40B4-BE49-F238E27FC236}">
                <a16:creationId xmlns:a16="http://schemas.microsoft.com/office/drawing/2014/main" id="{762700CB-0CB0-B430-154B-4B5A12B7FD0A}"/>
              </a:ext>
            </a:extLst>
          </p:cNvPr>
          <p:cNvSpPr txBox="1"/>
          <p:nvPr/>
        </p:nvSpPr>
        <p:spPr>
          <a:xfrm>
            <a:off x="9831933" y="2142997"/>
            <a:ext cx="7162800" cy="50167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spcFirstLastPara="1" lIns="45719" tIns="45719" rIns="45719" bIns="45719" spcCol="38100">
            <a:spAutoFit/>
          </a:bodyPr>
          <a:lstStyle/>
          <a:p>
            <a:pPr>
              <a:defRPr/>
            </a:pPr>
            <a:r>
              <a:rPr lang="en-US" sz="3200" b="1" dirty="0">
                <a:latin typeface="Times New Roman" panose="02020603050405020304" pitchFamily="18" charset="0"/>
                <a:cs typeface="Times New Roman" panose="02020603050405020304" pitchFamily="18" charset="0"/>
              </a:rPr>
              <a:t>Limitations</a:t>
            </a:r>
          </a:p>
          <a:p>
            <a:pPr>
              <a:buFont typeface="Arial" panose="020B0604020202020204" pitchFamily="34" charset="0"/>
              <a:buChar char="•"/>
              <a:defRPr/>
            </a:pPr>
            <a:r>
              <a:rPr lang="en-US" sz="3200" dirty="0">
                <a:latin typeface="Times New Roman" panose="02020603050405020304" pitchFamily="18" charset="0"/>
                <a:cs typeface="Times New Roman" panose="02020603050405020304" pitchFamily="18" charset="0"/>
              </a:rPr>
              <a:t>Works only with </a:t>
            </a:r>
            <a:r>
              <a:rPr lang="en-US" sz="3200" b="1" dirty="0">
                <a:latin typeface="Times New Roman" panose="02020603050405020304" pitchFamily="18" charset="0"/>
                <a:cs typeface="Times New Roman" panose="02020603050405020304" pitchFamily="18" charset="0"/>
              </a:rPr>
              <a:t>internet connectivity</a:t>
            </a:r>
            <a:r>
              <a:rPr lang="en-US" sz="32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defRPr/>
            </a:pPr>
            <a:r>
              <a:rPr lang="en-US" sz="3200" dirty="0">
                <a:latin typeface="Times New Roman" panose="02020603050405020304" pitchFamily="18" charset="0"/>
                <a:cs typeface="Times New Roman" panose="02020603050405020304" pitchFamily="18" charset="0"/>
              </a:rPr>
              <a:t>Limited to </a:t>
            </a:r>
            <a:r>
              <a:rPr lang="en-US" sz="3200" b="1" dirty="0">
                <a:latin typeface="Times New Roman" panose="02020603050405020304" pitchFamily="18" charset="0"/>
                <a:cs typeface="Times New Roman" panose="02020603050405020304" pitchFamily="18" charset="0"/>
              </a:rPr>
              <a:t>internal department events</a:t>
            </a:r>
            <a:r>
              <a:rPr lang="en-US" sz="32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defRPr/>
            </a:pPr>
            <a:r>
              <a:rPr lang="en-US" sz="3200" dirty="0">
                <a:latin typeface="Times New Roman" panose="02020603050405020304" pitchFamily="18" charset="0"/>
                <a:cs typeface="Times New Roman" panose="02020603050405020304" pitchFamily="18" charset="0"/>
              </a:rPr>
              <a:t>No advanced features like </a:t>
            </a:r>
            <a:r>
              <a:rPr lang="en-US" sz="3200" b="1" dirty="0">
                <a:latin typeface="Times New Roman" panose="02020603050405020304" pitchFamily="18" charset="0"/>
                <a:cs typeface="Times New Roman" panose="02020603050405020304" pitchFamily="18" charset="0"/>
              </a:rPr>
              <a:t>online payment integration</a:t>
            </a:r>
            <a:r>
              <a:rPr lang="en-US" sz="3200" dirty="0">
                <a:latin typeface="Times New Roman" panose="02020603050405020304" pitchFamily="18" charset="0"/>
                <a:cs typeface="Times New Roman" panose="02020603050405020304" pitchFamily="18" charset="0"/>
              </a:rPr>
              <a:t> (if not implemented) </a:t>
            </a:r>
          </a:p>
          <a:p>
            <a:pPr>
              <a:buFont typeface="Arial" panose="020B0604020202020204" pitchFamily="34" charset="0"/>
              <a:buChar char="•"/>
              <a:defRPr/>
            </a:pPr>
            <a:r>
              <a:rPr lang="en-US" sz="3200" dirty="0">
                <a:latin typeface="Times New Roman" panose="02020603050405020304" pitchFamily="18" charset="0"/>
                <a:cs typeface="Times New Roman" panose="02020603050405020304" pitchFamily="18" charset="0"/>
              </a:rPr>
              <a:t>Data storage may be </a:t>
            </a:r>
            <a:r>
              <a:rPr lang="en-US" sz="3200" b="1" dirty="0">
                <a:latin typeface="Times New Roman" panose="02020603050405020304" pitchFamily="18" charset="0"/>
                <a:cs typeface="Times New Roman" panose="02020603050405020304" pitchFamily="18" charset="0"/>
              </a:rPr>
              <a:t>temporary (no backend/database)</a:t>
            </a:r>
            <a:r>
              <a:rPr lang="en-US" sz="32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defRPr/>
            </a:pPr>
            <a:r>
              <a:rPr lang="en-US" sz="3200" dirty="0">
                <a:latin typeface="Times New Roman" panose="02020603050405020304" pitchFamily="18" charset="0"/>
                <a:cs typeface="Times New Roman" panose="02020603050405020304" pitchFamily="18" charset="0"/>
              </a:rPr>
              <a:t>Limited scalability for </a:t>
            </a:r>
            <a:r>
              <a:rPr lang="en-US" sz="3200" b="1" dirty="0">
                <a:latin typeface="Times New Roman" panose="02020603050405020304" pitchFamily="18" charset="0"/>
                <a:cs typeface="Times New Roman" panose="02020603050405020304" pitchFamily="18" charset="0"/>
              </a:rPr>
              <a:t>large-scale events</a:t>
            </a:r>
            <a:r>
              <a:rPr lang="en-US" sz="32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defRPr/>
            </a:pPr>
            <a:r>
              <a:rPr lang="en-US" sz="3200" dirty="0">
                <a:latin typeface="Times New Roman" panose="02020603050405020304" pitchFamily="18" charset="0"/>
                <a:cs typeface="Times New Roman" panose="02020603050405020304" pitchFamily="18" charset="0"/>
              </a:rPr>
              <a:t>Basic UI (if only simple CSS is used)</a:t>
            </a:r>
          </a:p>
          <a:p>
            <a:pPr fontAlgn="auto">
              <a:spcBef>
                <a:spcPts val="0"/>
              </a:spcBef>
              <a:spcAft>
                <a:spcPts val="0"/>
              </a:spcAft>
              <a:defRPr/>
            </a:pPr>
            <a:endParaRPr lang="en-ID" sz="3200" dirty="0">
              <a:latin typeface="Times New Roman" panose="02020603050405020304" pitchFamily="18" charset="0"/>
              <a:ea typeface="+mj-ea"/>
              <a:cs typeface="Times New Roman" panose="02020603050405020304" pitchFamily="18" charset="0"/>
              <a:sym typeface="Calibri"/>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6386" name="Freeform 32">
            <a:extLst>
              <a:ext uri="{FF2B5EF4-FFF2-40B4-BE49-F238E27FC236}">
                <a16:creationId xmlns:a16="http://schemas.microsoft.com/office/drawing/2014/main" id="{8634D17B-D9DA-FCD7-5660-385CA2E7A331}"/>
              </a:ext>
            </a:extLst>
          </p:cNvPr>
          <p:cNvSpPr>
            <a:spLocks noChangeArrowheads="1"/>
          </p:cNvSpPr>
          <p:nvPr/>
        </p:nvSpPr>
        <p:spPr bwMode="auto">
          <a:xfrm>
            <a:off x="16313150" y="1028700"/>
            <a:ext cx="946150" cy="236538"/>
          </a:xfrm>
          <a:prstGeom prst="rect">
            <a:avLst/>
          </a:prstGeom>
          <a:blipFill dpi="0" rotWithShape="1">
            <a:blip r:embed="rId2"/>
            <a:srcRect/>
            <a:stretch>
              <a:fillRect/>
            </a:stretch>
          </a:blip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
        <p:nvSpPr>
          <p:cNvPr id="16387" name="TextBox 43">
            <a:extLst>
              <a:ext uri="{FF2B5EF4-FFF2-40B4-BE49-F238E27FC236}">
                <a16:creationId xmlns:a16="http://schemas.microsoft.com/office/drawing/2014/main" id="{C1EF0CBA-A3C0-8FDF-DBB5-EA38ABC0B303}"/>
              </a:ext>
            </a:extLst>
          </p:cNvPr>
          <p:cNvSpPr txBox="1">
            <a:spLocks noChangeArrowheads="1"/>
          </p:cNvSpPr>
          <p:nvPr/>
        </p:nvSpPr>
        <p:spPr bwMode="auto">
          <a:xfrm>
            <a:off x="3200400" y="4486275"/>
            <a:ext cx="11160125" cy="135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0" tIns="0" rIns="0" bIns="0">
            <a:spAutoFit/>
          </a:bodyPr>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algn="ctr" eaLnBrk="1">
              <a:lnSpc>
                <a:spcPts val="10100"/>
              </a:lnSpc>
            </a:pPr>
            <a:r>
              <a:rPr lang="en-US" altLang="en-US" sz="11100" b="1" i="1">
                <a:solidFill>
                  <a:srgbClr val="191919"/>
                </a:solidFill>
                <a:latin typeface="Gotham Bold Italics"/>
                <a:ea typeface="Gotham Bold Italics"/>
                <a:cs typeface="Gotham Bold Italics"/>
                <a:sym typeface="Gotham Bold Italics"/>
              </a:rPr>
              <a:t>Thank you</a:t>
            </a:r>
          </a:p>
        </p:txBody>
      </p:sp>
      <p:sp>
        <p:nvSpPr>
          <p:cNvPr id="16388" name="Freeform 45">
            <a:extLst>
              <a:ext uri="{FF2B5EF4-FFF2-40B4-BE49-F238E27FC236}">
                <a16:creationId xmlns:a16="http://schemas.microsoft.com/office/drawing/2014/main" id="{6024FACA-8673-6FD8-6354-A2D2A86BE4C8}"/>
              </a:ext>
            </a:extLst>
          </p:cNvPr>
          <p:cNvSpPr>
            <a:spLocks noChangeArrowheads="1"/>
          </p:cNvSpPr>
          <p:nvPr/>
        </p:nvSpPr>
        <p:spPr bwMode="auto">
          <a:xfrm>
            <a:off x="16786225" y="-354013"/>
            <a:ext cx="10995025" cy="10995026"/>
          </a:xfrm>
          <a:prstGeom prst="ellipse">
            <a:avLst/>
          </a:prstGeom>
          <a:noFill/>
          <a:ln w="619125" cap="sq">
            <a:solidFill>
              <a:srgbClr val="FD6220">
                <a:alpha val="11765"/>
              </a:srgbClr>
            </a:solidFill>
            <a:miter lim="800000"/>
            <a:headEnd/>
            <a:tailEnd/>
          </a:ln>
          <a:extLst>
            <a:ext uri="{909E8E84-426E-40DD-AFC4-6F175D3DCCD1}">
              <a14:hiddenFill xmlns:a14="http://schemas.microsoft.com/office/drawing/2010/main">
                <a:solidFill>
                  <a:srgbClr val="FFFFFF"/>
                </a:solidFill>
              </a14:hiddenFill>
            </a:ext>
          </a:extLst>
        </p:spPr>
        <p:txBody>
          <a:bodyPr lIns="45719" r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eaLnBrk="1"/>
            <a:endParaRPr lang="en-US" altLang="en-US"/>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84</TotalTime>
  <Words>1079</Words>
  <Application>Microsoft Office PowerPoint</Application>
  <PresentationFormat>Custom</PresentationFormat>
  <Paragraphs>218</Paragraphs>
  <Slides>14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Arial</vt:lpstr>
      <vt:lpstr>Bookman Old Style</vt:lpstr>
      <vt:lpstr>Calibri</vt:lpstr>
      <vt:lpstr>Cambria</vt:lpstr>
      <vt:lpstr>Carlito</vt:lpstr>
      <vt:lpstr>Gotham</vt:lpstr>
      <vt:lpstr>Gotham Bold Italics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marothu Ravi sankar</dc:creator>
  <cp:lastModifiedBy>Sai 2022</cp:lastModifiedBy>
  <cp:revision>13</cp:revision>
  <dcterms:modified xsi:type="dcterms:W3CDTF">2026-05-05T19:06:35Z</dcterms:modified>
</cp:coreProperties>
</file>